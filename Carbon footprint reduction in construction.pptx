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09" r:id="rId1"/>
  </p:sldMasterIdLst>
  <p:notesMasterIdLst>
    <p:notesMasterId r:id="rId13"/>
  </p:notesMasterIdLst>
  <p:sldIdLst>
    <p:sldId id="256" r:id="rId2"/>
    <p:sldId id="257" r:id="rId3"/>
    <p:sldId id="264" r:id="rId4"/>
    <p:sldId id="265" r:id="rId5"/>
    <p:sldId id="258" r:id="rId6"/>
    <p:sldId id="259" r:id="rId7"/>
    <p:sldId id="260" r:id="rId8"/>
    <p:sldId id="261" r:id="rId9"/>
    <p:sldId id="263" r:id="rId10"/>
    <p:sldId id="266" r:id="rId11"/>
    <p:sldId id="262"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62A17C40-65BF-4902-9FEB-5A4B082816CB}">
          <p14:sldIdLst>
            <p14:sldId id="256"/>
            <p14:sldId id="257"/>
            <p14:sldId id="264"/>
            <p14:sldId id="265"/>
            <p14:sldId id="258"/>
            <p14:sldId id="259"/>
            <p14:sldId id="260"/>
            <p14:sldId id="261"/>
            <p14:sldId id="263"/>
          </p14:sldIdLst>
        </p14:section>
        <p14:section name="Untitled Section" id="{4F3E9144-217B-43D0-AE09-16E72C4340CC}">
          <p14:sldIdLst>
            <p14:sldId id="266"/>
            <p14:sldId id="262"/>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hSjU+KQdFu/IuRp3pn0VvDAgXu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4EAFC-1B49-1A6F-E8F2-EF4A84EAA39A}" v="119" dt="2025-08-10T15:34:39.921"/>
    <p1510:client id="{5AC5E006-2E0D-6992-EFC4-FDC1DF8397BD}" v="17" dt="2025-08-11T02:27:39.115"/>
    <p1510:client id="{67FE9FF7-0733-C5E5-466D-F0B97ED8A7E0}" v="33" dt="2025-08-11T03:00:41.115"/>
    <p1510:client id="{9A121D40-8439-DAA4-7A52-55DAB5D95207}" v="4" dt="2025-08-10T15:02:25.814"/>
    <p1510:client id="{C1561AB3-1702-D74F-B373-F1BB530B157B}" v="37" dt="2025-08-10T12:36:22.463"/>
    <p1510:client id="{C7DF3BD5-F360-1044-139F-F6FBCC9A5617}" v="4" dt="2025-08-10T15:40:48.783"/>
    <p1510:client id="{CA8D481A-6BDE-D424-4095-898DAFFE679C}" v="4" dt="2025-08-11T01:00:13.210"/>
    <p1510:client id="{E007F4A7-6DBD-4E61-B80F-3AC65E6B4DB9}" v="1010" dt="2025-08-11T02:37:18.4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B0E45D6-6018-0900-5D5F-EDEF6303EFC1}"/>
    <pc:docChg chg="modSld">
      <pc:chgData name="Guest User" userId="" providerId="Windows Live" clId="Web-{0B0E45D6-6018-0900-5D5F-EDEF6303EFC1}" dt="2025-08-08T13:05:05.998" v="131" actId="20577"/>
      <pc:docMkLst>
        <pc:docMk/>
      </pc:docMkLst>
      <pc:sldChg chg="modSp">
        <pc:chgData name="Guest User" userId="" providerId="Windows Live" clId="Web-{0B0E45D6-6018-0900-5D5F-EDEF6303EFC1}" dt="2025-08-08T13:05:05.998" v="131" actId="20577"/>
        <pc:sldMkLst>
          <pc:docMk/>
          <pc:sldMk cId="809491099" sldId="264"/>
        </pc:sldMkLst>
        <pc:spChg chg="mod">
          <ac:chgData name="Guest User" userId="" providerId="Windows Live" clId="Web-{0B0E45D6-6018-0900-5D5F-EDEF6303EFC1}" dt="2025-08-08T13:05:05.998" v="131" actId="20577"/>
          <ac:spMkLst>
            <pc:docMk/>
            <pc:sldMk cId="809491099" sldId="264"/>
            <ac:spMk id="93" creationId="{45B534F0-26B3-5593-75EA-614650171E97}"/>
          </ac:spMkLst>
        </pc:spChg>
      </pc:sldChg>
      <pc:sldChg chg="modSp">
        <pc:chgData name="Guest User" userId="" providerId="Windows Live" clId="Web-{0B0E45D6-6018-0900-5D5F-EDEF6303EFC1}" dt="2025-08-08T12:58:43.791" v="128" actId="20577"/>
        <pc:sldMkLst>
          <pc:docMk/>
          <pc:sldMk cId="152702987" sldId="265"/>
        </pc:sldMkLst>
        <pc:spChg chg="mod">
          <ac:chgData name="Guest User" userId="" providerId="Windows Live" clId="Web-{0B0E45D6-6018-0900-5D5F-EDEF6303EFC1}" dt="2025-08-08T12:58:43.791" v="128" actId="20577"/>
          <ac:spMkLst>
            <pc:docMk/>
            <pc:sldMk cId="152702987" sldId="265"/>
            <ac:spMk id="93" creationId="{9DCD3F38-67AE-23A4-E819-3E2B123AA707}"/>
          </ac:spMkLst>
        </pc:spChg>
      </pc:sldChg>
    </pc:docChg>
  </pc:docChgLst>
  <pc:docChgLst>
    <pc:chgData name="Guest User" providerId="Windows Live" clId="Web-{9A121D40-8439-DAA4-7A52-55DAB5D95207}"/>
    <pc:docChg chg="modSld">
      <pc:chgData name="Guest User" userId="" providerId="Windows Live" clId="Web-{9A121D40-8439-DAA4-7A52-55DAB5D95207}" dt="2025-08-10T15:02:25.814" v="3" actId="20577"/>
      <pc:docMkLst>
        <pc:docMk/>
      </pc:docMkLst>
      <pc:sldChg chg="modSp">
        <pc:chgData name="Guest User" userId="" providerId="Windows Live" clId="Web-{9A121D40-8439-DAA4-7A52-55DAB5D95207}" dt="2025-08-10T15:02:25.814" v="3" actId="20577"/>
        <pc:sldMkLst>
          <pc:docMk/>
          <pc:sldMk cId="0" sldId="256"/>
        </pc:sldMkLst>
        <pc:spChg chg="mod">
          <ac:chgData name="Guest User" userId="" providerId="Windows Live" clId="Web-{9A121D40-8439-DAA4-7A52-55DAB5D95207}" dt="2025-08-10T15:02:25.814" v="3" actId="20577"/>
          <ac:spMkLst>
            <pc:docMk/>
            <pc:sldMk cId="0" sldId="256"/>
            <ac:spMk id="84" creationId="{00000000-0000-0000-0000-000000000000}"/>
          </ac:spMkLst>
        </pc:spChg>
      </pc:sldChg>
    </pc:docChg>
  </pc:docChgLst>
  <pc:docChgLst>
    <pc:chgData name="Guest User" providerId="Windows Live" clId="Web-{1D9A5204-5B2A-5680-254C-B17FEC5D5030}"/>
    <pc:docChg chg="modSld">
      <pc:chgData name="Guest User" userId="" providerId="Windows Live" clId="Web-{1D9A5204-5B2A-5680-254C-B17FEC5D5030}" dt="2025-08-08T13:26:05.373" v="0"/>
      <pc:docMkLst>
        <pc:docMk/>
      </pc:docMkLst>
      <pc:sldChg chg="modSp">
        <pc:chgData name="Guest User" userId="" providerId="Windows Live" clId="Web-{1D9A5204-5B2A-5680-254C-B17FEC5D5030}" dt="2025-08-08T13:26:05.373" v="0"/>
        <pc:sldMkLst>
          <pc:docMk/>
          <pc:sldMk cId="0" sldId="260"/>
        </pc:sldMkLst>
        <pc:graphicFrameChg chg="mod modGraphic">
          <ac:chgData name="Guest User" userId="" providerId="Windows Live" clId="Web-{1D9A5204-5B2A-5680-254C-B17FEC5D5030}" dt="2025-08-08T13:26:05.373" v="0"/>
          <ac:graphicFrameMkLst>
            <pc:docMk/>
            <pc:sldMk cId="0" sldId="260"/>
            <ac:graphicFrameMk id="12" creationId="{B0204880-19D5-706D-97C7-2067F7974307}"/>
          </ac:graphicFrameMkLst>
        </pc:graphicFrameChg>
      </pc:sldChg>
    </pc:docChg>
  </pc:docChgLst>
  <pc:docChgLst>
    <pc:chgData name="918940517039" userId="320868684eb8a476" providerId="LiveId" clId="{B9D6495E-FC8B-6740-96F4-9470C7360F2C}"/>
    <pc:docChg chg="modSld">
      <pc:chgData name="918940517039" userId="320868684eb8a476" providerId="LiveId" clId="{B9D6495E-FC8B-6740-96F4-9470C7360F2C}" dt="2025-08-11T02:12:24.453" v="35" actId="20577"/>
      <pc:docMkLst>
        <pc:docMk/>
      </pc:docMkLst>
      <pc:sldChg chg="modSp">
        <pc:chgData name="918940517039" userId="320868684eb8a476" providerId="LiveId" clId="{B9D6495E-FC8B-6740-96F4-9470C7360F2C}" dt="2025-08-11T02:12:24.453" v="35" actId="20577"/>
        <pc:sldMkLst>
          <pc:docMk/>
          <pc:sldMk cId="0" sldId="258"/>
        </pc:sldMkLst>
        <pc:spChg chg="mod">
          <ac:chgData name="918940517039" userId="320868684eb8a476" providerId="LiveId" clId="{B9D6495E-FC8B-6740-96F4-9470C7360F2C}" dt="2025-08-11T02:12:24.453" v="35" actId="20577"/>
          <ac:spMkLst>
            <pc:docMk/>
            <pc:sldMk cId="0" sldId="258"/>
            <ac:spMk id="105" creationId="{00000000-0000-0000-0000-000000000000}"/>
          </ac:spMkLst>
        </pc:spChg>
      </pc:sldChg>
    </pc:docChg>
  </pc:docChgLst>
  <pc:docChgLst>
    <pc:chgData name="Guest User" providerId="Windows Live" clId="Web-{C7DF3BD5-F360-1044-139F-F6FBCC9A5617}"/>
    <pc:docChg chg="modSld">
      <pc:chgData name="Guest User" userId="" providerId="Windows Live" clId="Web-{C7DF3BD5-F360-1044-139F-F6FBCC9A5617}" dt="2025-08-10T15:40:48.783" v="3" actId="14100"/>
      <pc:docMkLst>
        <pc:docMk/>
      </pc:docMkLst>
      <pc:sldChg chg="modSp">
        <pc:chgData name="Guest User" userId="" providerId="Windows Live" clId="Web-{C7DF3BD5-F360-1044-139F-F6FBCC9A5617}" dt="2025-08-10T15:40:48.783" v="3" actId="14100"/>
        <pc:sldMkLst>
          <pc:docMk/>
          <pc:sldMk cId="0" sldId="262"/>
        </pc:sldMkLst>
        <pc:spChg chg="mod">
          <ac:chgData name="Guest User" userId="" providerId="Windows Live" clId="Web-{C7DF3BD5-F360-1044-139F-F6FBCC9A5617}" dt="2025-08-10T15:40:48.783" v="3" actId="14100"/>
          <ac:spMkLst>
            <pc:docMk/>
            <pc:sldMk cId="0" sldId="262"/>
            <ac:spMk id="136" creationId="{00000000-0000-0000-0000-000000000000}"/>
          </ac:spMkLst>
        </pc:spChg>
      </pc:sldChg>
    </pc:docChg>
  </pc:docChgLst>
  <pc:docChgLst>
    <pc:chgData name="Guest User" providerId="Windows Live" clId="Web-{FEA19C04-DF03-D35A-A47C-43BC95867A46}"/>
    <pc:docChg chg="modSld">
      <pc:chgData name="Guest User" userId="" providerId="Windows Live" clId="Web-{FEA19C04-DF03-D35A-A47C-43BC95867A46}" dt="2025-08-08T13:59:06.549" v="2" actId="20577"/>
      <pc:docMkLst>
        <pc:docMk/>
      </pc:docMkLst>
      <pc:sldChg chg="modSp">
        <pc:chgData name="Guest User" userId="" providerId="Windows Live" clId="Web-{FEA19C04-DF03-D35A-A47C-43BC95867A46}" dt="2025-08-08T13:59:06.549" v="2" actId="20577"/>
        <pc:sldMkLst>
          <pc:docMk/>
          <pc:sldMk cId="0" sldId="260"/>
        </pc:sldMkLst>
        <pc:spChg chg="mod">
          <ac:chgData name="Guest User" userId="" providerId="Windows Live" clId="Web-{FEA19C04-DF03-D35A-A47C-43BC95867A46}" dt="2025-08-08T13:59:06.549" v="2" actId="20577"/>
          <ac:spMkLst>
            <pc:docMk/>
            <pc:sldMk cId="0" sldId="260"/>
            <ac:spMk id="7" creationId="{32AB821C-1E94-5629-222D-E24824600B31}"/>
          </ac:spMkLst>
        </pc:spChg>
      </pc:sldChg>
    </pc:docChg>
  </pc:docChgLst>
  <pc:docChgLst>
    <pc:chgData name="Guest User" providerId="Windows Live" clId="Web-{C1561AB3-1702-D74F-B373-F1BB530B157B}"/>
    <pc:docChg chg="modSld addMainMaster delMainMaster">
      <pc:chgData name="Guest User" userId="" providerId="Windows Live" clId="Web-{C1561AB3-1702-D74F-B373-F1BB530B157B}" dt="2025-08-10T12:36:22.463" v="40" actId="20577"/>
      <pc:docMkLst>
        <pc:docMk/>
      </pc:docMkLst>
      <pc:sldChg chg="modSp mod modClrScheme chgLayout">
        <pc:chgData name="Guest User" userId="" providerId="Windows Live" clId="Web-{C1561AB3-1702-D74F-B373-F1BB530B157B}" dt="2025-08-10T12:11:03.696" v="0"/>
        <pc:sldMkLst>
          <pc:docMk/>
          <pc:sldMk cId="0" sldId="256"/>
        </pc:sldMkLst>
        <pc:spChg chg="mod ord">
          <ac:chgData name="Guest User" userId="" providerId="Windows Live" clId="Web-{C1561AB3-1702-D74F-B373-F1BB530B157B}" dt="2025-08-10T12:11:03.696" v="0"/>
          <ac:spMkLst>
            <pc:docMk/>
            <pc:sldMk cId="0" sldId="256"/>
            <ac:spMk id="84" creationId="{00000000-0000-0000-0000-000000000000}"/>
          </ac:spMkLst>
        </pc:spChg>
      </pc:sldChg>
      <pc:sldChg chg="modSp mod modClrScheme chgLayout">
        <pc:chgData name="Guest User" userId="" providerId="Windows Live" clId="Web-{C1561AB3-1702-D74F-B373-F1BB530B157B}" dt="2025-08-10T12:11:03.696" v="0"/>
        <pc:sldMkLst>
          <pc:docMk/>
          <pc:sldMk cId="0" sldId="257"/>
        </pc:sldMkLst>
        <pc:spChg chg="mod ord">
          <ac:chgData name="Guest User" userId="" providerId="Windows Live" clId="Web-{C1561AB3-1702-D74F-B373-F1BB530B157B}" dt="2025-08-10T12:11:03.696" v="0"/>
          <ac:spMkLst>
            <pc:docMk/>
            <pc:sldMk cId="0" sldId="257"/>
            <ac:spMk id="93" creationId="{00000000-0000-0000-0000-000000000000}"/>
          </ac:spMkLst>
        </pc:spChg>
      </pc:sldChg>
      <pc:sldChg chg="mod modClrScheme chgLayout">
        <pc:chgData name="Guest User" userId="" providerId="Windows Live" clId="Web-{C1561AB3-1702-D74F-B373-F1BB530B157B}" dt="2025-08-10T12:11:03.696" v="0"/>
        <pc:sldMkLst>
          <pc:docMk/>
          <pc:sldMk cId="0" sldId="258"/>
        </pc:sldMkLst>
      </pc:sldChg>
      <pc:sldChg chg="modSp mod modClrScheme chgLayout">
        <pc:chgData name="Guest User" userId="" providerId="Windows Live" clId="Web-{C1561AB3-1702-D74F-B373-F1BB530B157B}" dt="2025-08-10T12:11:03.696" v="0"/>
        <pc:sldMkLst>
          <pc:docMk/>
          <pc:sldMk cId="0" sldId="259"/>
        </pc:sldMkLst>
        <pc:spChg chg="mod ord">
          <ac:chgData name="Guest User" userId="" providerId="Windows Live" clId="Web-{C1561AB3-1702-D74F-B373-F1BB530B157B}" dt="2025-08-10T12:11:03.696" v="0"/>
          <ac:spMkLst>
            <pc:docMk/>
            <pc:sldMk cId="0" sldId="259"/>
            <ac:spMk id="5" creationId="{15F2EE59-4D83-07D7-FF53-9139FCA5235B}"/>
          </ac:spMkLst>
        </pc:spChg>
      </pc:sldChg>
      <pc:sldChg chg="modSp mod modClrScheme chgLayout">
        <pc:chgData name="Guest User" userId="" providerId="Windows Live" clId="Web-{C1561AB3-1702-D74F-B373-F1BB530B157B}" dt="2025-08-10T12:36:22.463" v="40" actId="20577"/>
        <pc:sldMkLst>
          <pc:docMk/>
          <pc:sldMk cId="0" sldId="260"/>
        </pc:sldMkLst>
        <pc:spChg chg="mod ord">
          <ac:chgData name="Guest User" userId="" providerId="Windows Live" clId="Web-{C1561AB3-1702-D74F-B373-F1BB530B157B}" dt="2025-08-10T12:36:22.463" v="40" actId="20577"/>
          <ac:spMkLst>
            <pc:docMk/>
            <pc:sldMk cId="0" sldId="260"/>
            <ac:spMk id="7" creationId="{32AB821C-1E94-5629-222D-E24824600B31}"/>
          </ac:spMkLst>
        </pc:spChg>
      </pc:sldChg>
      <pc:sldChg chg="mod modClrScheme chgLayout">
        <pc:chgData name="Guest User" userId="" providerId="Windows Live" clId="Web-{C1561AB3-1702-D74F-B373-F1BB530B157B}" dt="2025-08-10T12:11:03.696" v="0"/>
        <pc:sldMkLst>
          <pc:docMk/>
          <pc:sldMk cId="0" sldId="261"/>
        </pc:sldMkLst>
      </pc:sldChg>
      <pc:sldChg chg="modSp mod modClrScheme chgLayout">
        <pc:chgData name="Guest User" userId="" providerId="Windows Live" clId="Web-{C1561AB3-1702-D74F-B373-F1BB530B157B}" dt="2025-08-10T12:11:03.696" v="0"/>
        <pc:sldMkLst>
          <pc:docMk/>
          <pc:sldMk cId="0" sldId="262"/>
        </pc:sldMkLst>
        <pc:spChg chg="mod ord">
          <ac:chgData name="Guest User" userId="" providerId="Windows Live" clId="Web-{C1561AB3-1702-D74F-B373-F1BB530B157B}" dt="2025-08-10T12:11:03.696" v="0"/>
          <ac:spMkLst>
            <pc:docMk/>
            <pc:sldMk cId="0" sldId="262"/>
            <ac:spMk id="136" creationId="{00000000-0000-0000-0000-000000000000}"/>
          </ac:spMkLst>
        </pc:spChg>
      </pc:sldChg>
      <pc:sldChg chg="modSp mod modClrScheme chgLayout">
        <pc:chgData name="Guest User" userId="" providerId="Windows Live" clId="Web-{C1561AB3-1702-D74F-B373-F1BB530B157B}" dt="2025-08-10T12:12:36.712" v="1" actId="14100"/>
        <pc:sldMkLst>
          <pc:docMk/>
          <pc:sldMk cId="975102404" sldId="263"/>
        </pc:sldMkLst>
        <pc:graphicFrameChg chg="mod ord">
          <ac:chgData name="Guest User" userId="" providerId="Windows Live" clId="Web-{C1561AB3-1702-D74F-B373-F1BB530B157B}" dt="2025-08-10T12:12:36.712" v="1" actId="14100"/>
          <ac:graphicFrameMkLst>
            <pc:docMk/>
            <pc:sldMk cId="975102404" sldId="263"/>
            <ac:graphicFrameMk id="12" creationId="{5EFC1627-2D2D-FF7C-212A-4096FA92B96B}"/>
          </ac:graphicFrameMkLst>
        </pc:graphicFrameChg>
      </pc:sldChg>
      <pc:sldChg chg="modSp mod modClrScheme chgLayout">
        <pc:chgData name="Guest User" userId="" providerId="Windows Live" clId="Web-{C1561AB3-1702-D74F-B373-F1BB530B157B}" dt="2025-08-10T12:11:03.696" v="0"/>
        <pc:sldMkLst>
          <pc:docMk/>
          <pc:sldMk cId="809491099" sldId="264"/>
        </pc:sldMkLst>
        <pc:spChg chg="mod ord">
          <ac:chgData name="Guest User" userId="" providerId="Windows Live" clId="Web-{C1561AB3-1702-D74F-B373-F1BB530B157B}" dt="2025-08-10T12:11:03.696" v="0"/>
          <ac:spMkLst>
            <pc:docMk/>
            <pc:sldMk cId="809491099" sldId="264"/>
            <ac:spMk id="93" creationId="{45B534F0-26B3-5593-75EA-614650171E97}"/>
          </ac:spMkLst>
        </pc:spChg>
      </pc:sldChg>
      <pc:sldChg chg="modSp mod modClrScheme chgLayout">
        <pc:chgData name="Guest User" userId="" providerId="Windows Live" clId="Web-{C1561AB3-1702-D74F-B373-F1BB530B157B}" dt="2025-08-10T12:11:03.696" v="0"/>
        <pc:sldMkLst>
          <pc:docMk/>
          <pc:sldMk cId="152702987" sldId="265"/>
        </pc:sldMkLst>
        <pc:spChg chg="mod ord">
          <ac:chgData name="Guest User" userId="" providerId="Windows Live" clId="Web-{C1561AB3-1702-D74F-B373-F1BB530B157B}" dt="2025-08-10T12:11:03.696" v="0"/>
          <ac:spMkLst>
            <pc:docMk/>
            <pc:sldMk cId="152702987" sldId="265"/>
            <ac:spMk id="93" creationId="{9DCD3F38-67AE-23A4-E819-3E2B123AA707}"/>
          </ac:spMkLst>
        </pc:spChg>
      </pc:sldChg>
      <pc:sldChg chg="modSp mod modClrScheme chgLayout">
        <pc:chgData name="Guest User" userId="" providerId="Windows Live" clId="Web-{C1561AB3-1702-D74F-B373-F1BB530B157B}" dt="2025-08-10T12:16:00.235" v="30" actId="20577"/>
        <pc:sldMkLst>
          <pc:docMk/>
          <pc:sldMk cId="4122951712" sldId="266"/>
        </pc:sldMkLst>
        <pc:spChg chg="mod ord">
          <ac:chgData name="Guest User" userId="" providerId="Windows Live" clId="Web-{C1561AB3-1702-D74F-B373-F1BB530B157B}" dt="2025-08-10T12:11:03.696" v="0"/>
          <ac:spMkLst>
            <pc:docMk/>
            <pc:sldMk cId="4122951712" sldId="266"/>
            <ac:spMk id="3" creationId="{961F338D-2B4A-5DDD-7285-30616C4DCA98}"/>
          </ac:spMkLst>
        </pc:spChg>
        <pc:spChg chg="mod">
          <ac:chgData name="Guest User" userId="" providerId="Windows Live" clId="Web-{C1561AB3-1702-D74F-B373-F1BB530B157B}" dt="2025-08-10T12:15:24.796" v="11" actId="20577"/>
          <ac:spMkLst>
            <pc:docMk/>
            <pc:sldMk cId="4122951712" sldId="266"/>
            <ac:spMk id="10" creationId="{12CE1E8E-D25E-79A0-5F46-7CCDE742E935}"/>
          </ac:spMkLst>
        </pc:spChg>
        <pc:spChg chg="mod">
          <ac:chgData name="Guest User" userId="" providerId="Windows Live" clId="Web-{C1561AB3-1702-D74F-B373-F1BB530B157B}" dt="2025-08-10T12:16:00.235" v="30" actId="20577"/>
          <ac:spMkLst>
            <pc:docMk/>
            <pc:sldMk cId="4122951712" sldId="266"/>
            <ac:spMk id="11" creationId="{61039376-2ECD-556A-B511-0BA6CF3C5F83}"/>
          </ac:spMkLst>
        </pc:spChg>
      </pc:sldChg>
      <pc:sldMasterChg chg="del delSldLayout">
        <pc:chgData name="Guest User" userId="" providerId="Windows Live" clId="Web-{C1561AB3-1702-D74F-B373-F1BB530B157B}" dt="2025-08-10T12:11:03.696" v="0"/>
        <pc:sldMasterMkLst>
          <pc:docMk/>
          <pc:sldMasterMk cId="2254178667" sldId="2147483780"/>
        </pc:sldMasterMkLst>
        <pc:sldLayoutChg chg="del">
          <pc:chgData name="Guest User" userId="" providerId="Windows Live" clId="Web-{C1561AB3-1702-D74F-B373-F1BB530B157B}" dt="2025-08-10T12:11:03.696" v="0"/>
          <pc:sldLayoutMkLst>
            <pc:docMk/>
            <pc:sldMasterMk cId="2254178667" sldId="2147483780"/>
            <pc:sldLayoutMk cId="2044188061" sldId="2147483781"/>
          </pc:sldLayoutMkLst>
        </pc:sldLayoutChg>
        <pc:sldLayoutChg chg="del">
          <pc:chgData name="Guest User" userId="" providerId="Windows Live" clId="Web-{C1561AB3-1702-D74F-B373-F1BB530B157B}" dt="2025-08-10T12:11:03.696" v="0"/>
          <pc:sldLayoutMkLst>
            <pc:docMk/>
            <pc:sldMasterMk cId="2254178667" sldId="2147483780"/>
            <pc:sldLayoutMk cId="392430996" sldId="2147483782"/>
          </pc:sldLayoutMkLst>
        </pc:sldLayoutChg>
        <pc:sldLayoutChg chg="del">
          <pc:chgData name="Guest User" userId="" providerId="Windows Live" clId="Web-{C1561AB3-1702-D74F-B373-F1BB530B157B}" dt="2025-08-10T12:11:03.696" v="0"/>
          <pc:sldLayoutMkLst>
            <pc:docMk/>
            <pc:sldMasterMk cId="2254178667" sldId="2147483780"/>
            <pc:sldLayoutMk cId="3327216316" sldId="2147483783"/>
          </pc:sldLayoutMkLst>
        </pc:sldLayoutChg>
        <pc:sldLayoutChg chg="del">
          <pc:chgData name="Guest User" userId="" providerId="Windows Live" clId="Web-{C1561AB3-1702-D74F-B373-F1BB530B157B}" dt="2025-08-10T12:11:03.696" v="0"/>
          <pc:sldLayoutMkLst>
            <pc:docMk/>
            <pc:sldMasterMk cId="2254178667" sldId="2147483780"/>
            <pc:sldLayoutMk cId="231464647" sldId="2147483784"/>
          </pc:sldLayoutMkLst>
        </pc:sldLayoutChg>
        <pc:sldLayoutChg chg="del">
          <pc:chgData name="Guest User" userId="" providerId="Windows Live" clId="Web-{C1561AB3-1702-D74F-B373-F1BB530B157B}" dt="2025-08-10T12:11:03.696" v="0"/>
          <pc:sldLayoutMkLst>
            <pc:docMk/>
            <pc:sldMasterMk cId="2254178667" sldId="2147483780"/>
            <pc:sldLayoutMk cId="401185196" sldId="2147483785"/>
          </pc:sldLayoutMkLst>
        </pc:sldLayoutChg>
        <pc:sldLayoutChg chg="del">
          <pc:chgData name="Guest User" userId="" providerId="Windows Live" clId="Web-{C1561AB3-1702-D74F-B373-F1BB530B157B}" dt="2025-08-10T12:11:03.696" v="0"/>
          <pc:sldLayoutMkLst>
            <pc:docMk/>
            <pc:sldMasterMk cId="2254178667" sldId="2147483780"/>
            <pc:sldLayoutMk cId="3622769329" sldId="2147483786"/>
          </pc:sldLayoutMkLst>
        </pc:sldLayoutChg>
        <pc:sldLayoutChg chg="del">
          <pc:chgData name="Guest User" userId="" providerId="Windows Live" clId="Web-{C1561AB3-1702-D74F-B373-F1BB530B157B}" dt="2025-08-10T12:11:03.696" v="0"/>
          <pc:sldLayoutMkLst>
            <pc:docMk/>
            <pc:sldMasterMk cId="2254178667" sldId="2147483780"/>
            <pc:sldLayoutMk cId="1761421795" sldId="2147483787"/>
          </pc:sldLayoutMkLst>
        </pc:sldLayoutChg>
        <pc:sldLayoutChg chg="del">
          <pc:chgData name="Guest User" userId="" providerId="Windows Live" clId="Web-{C1561AB3-1702-D74F-B373-F1BB530B157B}" dt="2025-08-10T12:11:03.696" v="0"/>
          <pc:sldLayoutMkLst>
            <pc:docMk/>
            <pc:sldMasterMk cId="2254178667" sldId="2147483780"/>
            <pc:sldLayoutMk cId="3094189659" sldId="2147483788"/>
          </pc:sldLayoutMkLst>
        </pc:sldLayoutChg>
        <pc:sldLayoutChg chg="del">
          <pc:chgData name="Guest User" userId="" providerId="Windows Live" clId="Web-{C1561AB3-1702-D74F-B373-F1BB530B157B}" dt="2025-08-10T12:11:03.696" v="0"/>
          <pc:sldLayoutMkLst>
            <pc:docMk/>
            <pc:sldMasterMk cId="2254178667" sldId="2147483780"/>
            <pc:sldLayoutMk cId="1665147766" sldId="2147483789"/>
          </pc:sldLayoutMkLst>
        </pc:sldLayoutChg>
        <pc:sldLayoutChg chg="del">
          <pc:chgData name="Guest User" userId="" providerId="Windows Live" clId="Web-{C1561AB3-1702-D74F-B373-F1BB530B157B}" dt="2025-08-10T12:11:03.696" v="0"/>
          <pc:sldLayoutMkLst>
            <pc:docMk/>
            <pc:sldMasterMk cId="2254178667" sldId="2147483780"/>
            <pc:sldLayoutMk cId="4282670667" sldId="2147483790"/>
          </pc:sldLayoutMkLst>
        </pc:sldLayoutChg>
        <pc:sldLayoutChg chg="del">
          <pc:chgData name="Guest User" userId="" providerId="Windows Live" clId="Web-{C1561AB3-1702-D74F-B373-F1BB530B157B}" dt="2025-08-10T12:11:03.696" v="0"/>
          <pc:sldLayoutMkLst>
            <pc:docMk/>
            <pc:sldMasterMk cId="2254178667" sldId="2147483780"/>
            <pc:sldLayoutMk cId="4183675746" sldId="2147483791"/>
          </pc:sldLayoutMkLst>
        </pc:sldLayoutChg>
      </pc:sldMasterChg>
      <pc:sldMasterChg chg="add addSldLayout modSldLayout">
        <pc:chgData name="Guest User" userId="" providerId="Windows Live" clId="Web-{C1561AB3-1702-D74F-B373-F1BB530B157B}" dt="2025-08-10T12:11:03.696" v="0"/>
        <pc:sldMasterMkLst>
          <pc:docMk/>
          <pc:sldMasterMk cId="2292618058" sldId="2147483792"/>
        </pc:sldMasterMkLst>
        <pc:sldLayoutChg chg="add mod replId">
          <pc:chgData name="Guest User" userId="" providerId="Windows Live" clId="Web-{C1561AB3-1702-D74F-B373-F1BB530B157B}" dt="2025-08-10T12:11:03.696" v="0"/>
          <pc:sldLayoutMkLst>
            <pc:docMk/>
            <pc:sldMasterMk cId="2292618058" sldId="2147483792"/>
            <pc:sldLayoutMk cId="2913990885" sldId="2147483793"/>
          </pc:sldLayoutMkLst>
        </pc:sldLayoutChg>
        <pc:sldLayoutChg chg="add mod replId">
          <pc:chgData name="Guest User" userId="" providerId="Windows Live" clId="Web-{C1561AB3-1702-D74F-B373-F1BB530B157B}" dt="2025-08-10T12:11:03.696" v="0"/>
          <pc:sldLayoutMkLst>
            <pc:docMk/>
            <pc:sldMasterMk cId="2292618058" sldId="2147483792"/>
            <pc:sldLayoutMk cId="1213430400" sldId="2147483794"/>
          </pc:sldLayoutMkLst>
        </pc:sldLayoutChg>
        <pc:sldLayoutChg chg="add mod replId">
          <pc:chgData name="Guest User" userId="" providerId="Windows Live" clId="Web-{C1561AB3-1702-D74F-B373-F1BB530B157B}" dt="2025-08-10T12:11:03.696" v="0"/>
          <pc:sldLayoutMkLst>
            <pc:docMk/>
            <pc:sldMasterMk cId="2292618058" sldId="2147483792"/>
            <pc:sldLayoutMk cId="2771686109" sldId="2147483795"/>
          </pc:sldLayoutMkLst>
        </pc:sldLayoutChg>
        <pc:sldLayoutChg chg="add mod replId">
          <pc:chgData name="Guest User" userId="" providerId="Windows Live" clId="Web-{C1561AB3-1702-D74F-B373-F1BB530B157B}" dt="2025-08-10T12:11:03.696" v="0"/>
          <pc:sldLayoutMkLst>
            <pc:docMk/>
            <pc:sldMasterMk cId="2292618058" sldId="2147483792"/>
            <pc:sldLayoutMk cId="2455003155" sldId="2147483796"/>
          </pc:sldLayoutMkLst>
        </pc:sldLayoutChg>
        <pc:sldLayoutChg chg="add mod replId">
          <pc:chgData name="Guest User" userId="" providerId="Windows Live" clId="Web-{C1561AB3-1702-D74F-B373-F1BB530B157B}" dt="2025-08-10T12:11:03.696" v="0"/>
          <pc:sldLayoutMkLst>
            <pc:docMk/>
            <pc:sldMasterMk cId="2292618058" sldId="2147483792"/>
            <pc:sldLayoutMk cId="3299991514" sldId="2147483797"/>
          </pc:sldLayoutMkLst>
        </pc:sldLayoutChg>
        <pc:sldLayoutChg chg="add mod replId">
          <pc:chgData name="Guest User" userId="" providerId="Windows Live" clId="Web-{C1561AB3-1702-D74F-B373-F1BB530B157B}" dt="2025-08-10T12:11:03.696" v="0"/>
          <pc:sldLayoutMkLst>
            <pc:docMk/>
            <pc:sldMasterMk cId="2292618058" sldId="2147483792"/>
            <pc:sldLayoutMk cId="1743001689" sldId="2147483798"/>
          </pc:sldLayoutMkLst>
        </pc:sldLayoutChg>
        <pc:sldLayoutChg chg="add mod replId">
          <pc:chgData name="Guest User" userId="" providerId="Windows Live" clId="Web-{C1561AB3-1702-D74F-B373-F1BB530B157B}" dt="2025-08-10T12:11:03.696" v="0"/>
          <pc:sldLayoutMkLst>
            <pc:docMk/>
            <pc:sldMasterMk cId="2292618058" sldId="2147483792"/>
            <pc:sldLayoutMk cId="4189463386" sldId="2147483799"/>
          </pc:sldLayoutMkLst>
        </pc:sldLayoutChg>
        <pc:sldLayoutChg chg="add mod replId">
          <pc:chgData name="Guest User" userId="" providerId="Windows Live" clId="Web-{C1561AB3-1702-D74F-B373-F1BB530B157B}" dt="2025-08-10T12:11:03.696" v="0"/>
          <pc:sldLayoutMkLst>
            <pc:docMk/>
            <pc:sldMasterMk cId="2292618058" sldId="2147483792"/>
            <pc:sldLayoutMk cId="2459846029" sldId="2147483800"/>
          </pc:sldLayoutMkLst>
        </pc:sldLayoutChg>
        <pc:sldLayoutChg chg="add mod replId">
          <pc:chgData name="Guest User" userId="" providerId="Windows Live" clId="Web-{C1561AB3-1702-D74F-B373-F1BB530B157B}" dt="2025-08-10T12:11:03.696" v="0"/>
          <pc:sldLayoutMkLst>
            <pc:docMk/>
            <pc:sldMasterMk cId="2292618058" sldId="2147483792"/>
            <pc:sldLayoutMk cId="570542105" sldId="2147483801"/>
          </pc:sldLayoutMkLst>
        </pc:sldLayoutChg>
        <pc:sldLayoutChg chg="add mod replId">
          <pc:chgData name="Guest User" userId="" providerId="Windows Live" clId="Web-{C1561AB3-1702-D74F-B373-F1BB530B157B}" dt="2025-08-10T12:11:03.696" v="0"/>
          <pc:sldLayoutMkLst>
            <pc:docMk/>
            <pc:sldMasterMk cId="2292618058" sldId="2147483792"/>
            <pc:sldLayoutMk cId="876060542" sldId="2147483802"/>
          </pc:sldLayoutMkLst>
        </pc:sldLayoutChg>
        <pc:sldLayoutChg chg="add mod replId">
          <pc:chgData name="Guest User" userId="" providerId="Windows Live" clId="Web-{C1561AB3-1702-D74F-B373-F1BB530B157B}" dt="2025-08-10T12:11:03.696" v="0"/>
          <pc:sldLayoutMkLst>
            <pc:docMk/>
            <pc:sldMasterMk cId="2292618058" sldId="2147483792"/>
            <pc:sldLayoutMk cId="2707738713" sldId="2147483803"/>
          </pc:sldLayoutMkLst>
        </pc:sldLayoutChg>
        <pc:sldLayoutChg chg="add mod replId">
          <pc:chgData name="Guest User" userId="" providerId="Windows Live" clId="Web-{C1561AB3-1702-D74F-B373-F1BB530B157B}" dt="2025-08-10T12:11:03.696" v="0"/>
          <pc:sldLayoutMkLst>
            <pc:docMk/>
            <pc:sldMasterMk cId="2292618058" sldId="2147483792"/>
            <pc:sldLayoutMk cId="1224931428" sldId="2147483804"/>
          </pc:sldLayoutMkLst>
        </pc:sldLayoutChg>
        <pc:sldLayoutChg chg="add mod replId">
          <pc:chgData name="Guest User" userId="" providerId="Windows Live" clId="Web-{C1561AB3-1702-D74F-B373-F1BB530B157B}" dt="2025-08-10T12:11:03.696" v="0"/>
          <pc:sldLayoutMkLst>
            <pc:docMk/>
            <pc:sldMasterMk cId="2292618058" sldId="2147483792"/>
            <pc:sldLayoutMk cId="1210536206" sldId="2147483805"/>
          </pc:sldLayoutMkLst>
        </pc:sldLayoutChg>
        <pc:sldLayoutChg chg="add mod replId">
          <pc:chgData name="Guest User" userId="" providerId="Windows Live" clId="Web-{C1561AB3-1702-D74F-B373-F1BB530B157B}" dt="2025-08-10T12:11:03.696" v="0"/>
          <pc:sldLayoutMkLst>
            <pc:docMk/>
            <pc:sldMasterMk cId="2292618058" sldId="2147483792"/>
            <pc:sldLayoutMk cId="2496545735" sldId="2147483806"/>
          </pc:sldLayoutMkLst>
        </pc:sldLayoutChg>
        <pc:sldLayoutChg chg="add mod replId">
          <pc:chgData name="Guest User" userId="" providerId="Windows Live" clId="Web-{C1561AB3-1702-D74F-B373-F1BB530B157B}" dt="2025-08-10T12:11:03.696" v="0"/>
          <pc:sldLayoutMkLst>
            <pc:docMk/>
            <pc:sldMasterMk cId="2292618058" sldId="2147483792"/>
            <pc:sldLayoutMk cId="1400502098" sldId="2147483807"/>
          </pc:sldLayoutMkLst>
        </pc:sldLayoutChg>
        <pc:sldLayoutChg chg="add mod replId">
          <pc:chgData name="Guest User" userId="" providerId="Windows Live" clId="Web-{C1561AB3-1702-D74F-B373-F1BB530B157B}" dt="2025-08-10T12:11:03.696" v="0"/>
          <pc:sldLayoutMkLst>
            <pc:docMk/>
            <pc:sldMasterMk cId="2292618058" sldId="2147483792"/>
            <pc:sldLayoutMk cId="4168456200" sldId="2147483808"/>
          </pc:sldLayoutMkLst>
        </pc:sldLayoutChg>
        <pc:sldLayoutChg chg="add mod replId">
          <pc:chgData name="Guest User" userId="" providerId="Windows Live" clId="Web-{C1561AB3-1702-D74F-B373-F1BB530B157B}" dt="2025-08-10T12:11:03.696" v="0"/>
          <pc:sldLayoutMkLst>
            <pc:docMk/>
            <pc:sldMasterMk cId="2292618058" sldId="2147483792"/>
            <pc:sldLayoutMk cId="973606820" sldId="2147483809"/>
          </pc:sldLayoutMkLst>
        </pc:sldLayoutChg>
      </pc:sldMasterChg>
    </pc:docChg>
  </pc:docChgLst>
  <pc:docChgLst>
    <pc:chgData name="Jebin Raj" userId="5455720c11650904" providerId="LiveId" clId="{E007F4A7-6DBD-4E61-B80F-3AC65E6B4DB9}"/>
    <pc:docChg chg="undo custSel addSld delSld modSld sldOrd addSection">
      <pc:chgData name="Jebin Raj" userId="5455720c11650904" providerId="LiveId" clId="{E007F4A7-6DBD-4E61-B80F-3AC65E6B4DB9}" dt="2025-08-11T02:37:18.402" v="1405" actId="255"/>
      <pc:docMkLst>
        <pc:docMk/>
      </pc:docMkLst>
      <pc:sldChg chg="modSp mod">
        <pc:chgData name="Jebin Raj" userId="5455720c11650904" providerId="LiveId" clId="{E007F4A7-6DBD-4E61-B80F-3AC65E6B4DB9}" dt="2025-08-11T02:34:50.854" v="1401" actId="20577"/>
        <pc:sldMkLst>
          <pc:docMk/>
          <pc:sldMk cId="0" sldId="256"/>
        </pc:sldMkLst>
        <pc:spChg chg="mod">
          <ac:chgData name="Jebin Raj" userId="5455720c11650904" providerId="LiveId" clId="{E007F4A7-6DBD-4E61-B80F-3AC65E6B4DB9}" dt="2025-08-08T10:29:05.987" v="21" actId="207"/>
          <ac:spMkLst>
            <pc:docMk/>
            <pc:sldMk cId="0" sldId="256"/>
            <ac:spMk id="84" creationId="{00000000-0000-0000-0000-000000000000}"/>
          </ac:spMkLst>
        </pc:spChg>
        <pc:spChg chg="mod">
          <ac:chgData name="Jebin Raj" userId="5455720c11650904" providerId="LiveId" clId="{E007F4A7-6DBD-4E61-B80F-3AC65E6B4DB9}" dt="2025-08-11T02:34:50.854" v="1401" actId="20577"/>
          <ac:spMkLst>
            <pc:docMk/>
            <pc:sldMk cId="0" sldId="256"/>
            <ac:spMk id="88" creationId="{00000000-0000-0000-0000-000000000000}"/>
          </ac:spMkLst>
        </pc:spChg>
      </pc:sldChg>
      <pc:sldChg chg="modSp mod ord">
        <pc:chgData name="Jebin Raj" userId="5455720c11650904" providerId="LiveId" clId="{E007F4A7-6DBD-4E61-B80F-3AC65E6B4DB9}" dt="2025-08-11T01:17:15.289" v="1382" actId="120"/>
        <pc:sldMkLst>
          <pc:docMk/>
          <pc:sldMk cId="0" sldId="257"/>
        </pc:sldMkLst>
        <pc:spChg chg="mod">
          <ac:chgData name="Jebin Raj" userId="5455720c11650904" providerId="LiveId" clId="{E007F4A7-6DBD-4E61-B80F-3AC65E6B4DB9}" dt="2025-08-11T01:17:15.289" v="1382" actId="120"/>
          <ac:spMkLst>
            <pc:docMk/>
            <pc:sldMk cId="0" sldId="257"/>
            <ac:spMk id="93" creationId="{00000000-0000-0000-0000-000000000000}"/>
          </ac:spMkLst>
        </pc:spChg>
      </pc:sldChg>
      <pc:sldChg chg="addSp delSp modSp mod">
        <pc:chgData name="Jebin Raj" userId="5455720c11650904" providerId="LiveId" clId="{E007F4A7-6DBD-4E61-B80F-3AC65E6B4DB9}" dt="2025-08-11T02:37:18.402" v="1405" actId="255"/>
        <pc:sldMkLst>
          <pc:docMk/>
          <pc:sldMk cId="0" sldId="258"/>
        </pc:sldMkLst>
        <pc:spChg chg="add del mod">
          <ac:chgData name="Jebin Raj" userId="5455720c11650904" providerId="LiveId" clId="{E007F4A7-6DBD-4E61-B80F-3AC65E6B4DB9}" dt="2025-08-11T02:37:18.402" v="1405" actId="255"/>
          <ac:spMkLst>
            <pc:docMk/>
            <pc:sldMk cId="0" sldId="258"/>
            <ac:spMk id="105" creationId="{00000000-0000-0000-0000-000000000000}"/>
          </ac:spMkLst>
        </pc:spChg>
      </pc:sldChg>
      <pc:sldChg chg="addSp delSp modSp mod chgLayout">
        <pc:chgData name="Jebin Raj" userId="5455720c11650904" providerId="LiveId" clId="{E007F4A7-6DBD-4E61-B80F-3AC65E6B4DB9}" dt="2025-08-10T11:26:05.727" v="987" actId="113"/>
        <pc:sldMkLst>
          <pc:docMk/>
          <pc:sldMk cId="0" sldId="259"/>
        </pc:sldMkLst>
        <pc:spChg chg="add mod ord">
          <ac:chgData name="Jebin Raj" userId="5455720c11650904" providerId="LiveId" clId="{E007F4A7-6DBD-4E61-B80F-3AC65E6B4DB9}" dt="2025-08-10T11:26:05.727" v="987" actId="113"/>
          <ac:spMkLst>
            <pc:docMk/>
            <pc:sldMk cId="0" sldId="259"/>
            <ac:spMk id="5" creationId="{15F2EE59-4D83-07D7-FF53-9139FCA5235B}"/>
          </ac:spMkLst>
        </pc:spChg>
      </pc:sldChg>
      <pc:sldChg chg="addSp delSp modSp mod chgLayout">
        <pc:chgData name="Jebin Raj" userId="5455720c11650904" providerId="LiveId" clId="{E007F4A7-6DBD-4E61-B80F-3AC65E6B4DB9}" dt="2025-08-10T11:26:23.034" v="989" actId="255"/>
        <pc:sldMkLst>
          <pc:docMk/>
          <pc:sldMk cId="0" sldId="260"/>
        </pc:sldMkLst>
        <pc:spChg chg="add mod">
          <ac:chgData name="Jebin Raj" userId="5455720c11650904" providerId="LiveId" clId="{E007F4A7-6DBD-4E61-B80F-3AC65E6B4DB9}" dt="2025-08-10T11:26:23.034" v="989" actId="255"/>
          <ac:spMkLst>
            <pc:docMk/>
            <pc:sldMk cId="0" sldId="260"/>
            <ac:spMk id="7" creationId="{32AB821C-1E94-5629-222D-E24824600B31}"/>
          </ac:spMkLst>
        </pc:spChg>
        <pc:spChg chg="mod">
          <ac:chgData name="Jebin Raj" userId="5455720c11650904" providerId="LiveId" clId="{E007F4A7-6DBD-4E61-B80F-3AC65E6B4DB9}" dt="2025-08-08T13:00:55.522" v="755" actId="20577"/>
          <ac:spMkLst>
            <pc:docMk/>
            <pc:sldMk cId="0" sldId="260"/>
            <ac:spMk id="123" creationId="{00000000-0000-0000-0000-000000000000}"/>
          </ac:spMkLst>
        </pc:spChg>
        <pc:graphicFrameChg chg="add mod modGraphic">
          <ac:chgData name="Jebin Raj" userId="5455720c11650904" providerId="LiveId" clId="{E007F4A7-6DBD-4E61-B80F-3AC65E6B4DB9}" dt="2025-08-10T04:45:03.235" v="950" actId="14100"/>
          <ac:graphicFrameMkLst>
            <pc:docMk/>
            <pc:sldMk cId="0" sldId="260"/>
            <ac:graphicFrameMk id="12" creationId="{B0204880-19D5-706D-97C7-2067F7974307}"/>
          </ac:graphicFrameMkLst>
        </pc:graphicFrameChg>
      </pc:sldChg>
      <pc:sldChg chg="addSp delSp modSp add del mod ord">
        <pc:chgData name="Jebin Raj" userId="5455720c11650904" providerId="LiveId" clId="{E007F4A7-6DBD-4E61-B80F-3AC65E6B4DB9}" dt="2025-08-10T11:58:38.565" v="1118"/>
        <pc:sldMkLst>
          <pc:docMk/>
          <pc:sldMk cId="0" sldId="261"/>
        </pc:sldMkLst>
        <pc:spChg chg="mod">
          <ac:chgData name="Jebin Raj" userId="5455720c11650904" providerId="LiveId" clId="{E007F4A7-6DBD-4E61-B80F-3AC65E6B4DB9}" dt="2025-08-10T11:27:20.717" v="1027" actId="20577"/>
          <ac:spMkLst>
            <pc:docMk/>
            <pc:sldMk cId="0" sldId="261"/>
            <ac:spMk id="5" creationId="{96EFCF79-BBEE-7FE3-CD75-FEA958E47389}"/>
          </ac:spMkLst>
        </pc:spChg>
        <pc:graphicFrameChg chg="add mod">
          <ac:chgData name="Jebin Raj" userId="5455720c11650904" providerId="LiveId" clId="{E007F4A7-6DBD-4E61-B80F-3AC65E6B4DB9}" dt="2025-08-10T11:58:38.565" v="1118"/>
          <ac:graphicFrameMkLst>
            <pc:docMk/>
            <pc:sldMk cId="0" sldId="261"/>
            <ac:graphicFrameMk id="4" creationId="{30BAB785-558F-870E-1BB3-A9CE1D957758}"/>
          </ac:graphicFrameMkLst>
        </pc:graphicFrameChg>
        <pc:graphicFrameChg chg="add mod">
          <ac:chgData name="Jebin Raj" userId="5455720c11650904" providerId="LiveId" clId="{E007F4A7-6DBD-4E61-B80F-3AC65E6B4DB9}" dt="2025-08-10T04:40:21.525" v="928" actId="27636"/>
          <ac:graphicFrameMkLst>
            <pc:docMk/>
            <pc:sldMk cId="0" sldId="261"/>
            <ac:graphicFrameMk id="4" creationId="{A09E2D98-4BB6-4E7D-AF22-507F61DFD583}"/>
          </ac:graphicFrameMkLst>
        </pc:graphicFrameChg>
      </pc:sldChg>
      <pc:sldChg chg="add del">
        <pc:chgData name="Jebin Raj" userId="5455720c11650904" providerId="LiveId" clId="{E007F4A7-6DBD-4E61-B80F-3AC65E6B4DB9}" dt="2025-08-08T10:23:32.707" v="8" actId="47"/>
        <pc:sldMkLst>
          <pc:docMk/>
          <pc:sldMk cId="140427633" sldId="263"/>
        </pc:sldMkLst>
      </pc:sldChg>
      <pc:sldChg chg="addSp delSp modSp add mod chgLayout">
        <pc:chgData name="Jebin Raj" userId="5455720c11650904" providerId="LiveId" clId="{E007F4A7-6DBD-4E61-B80F-3AC65E6B4DB9}" dt="2025-08-11T02:35:36.675" v="1404" actId="27918"/>
        <pc:sldMkLst>
          <pc:docMk/>
          <pc:sldMk cId="975102404" sldId="263"/>
        </pc:sldMkLst>
        <pc:spChg chg="add del mod">
          <ac:chgData name="Jebin Raj" userId="5455720c11650904" providerId="LiveId" clId="{E007F4A7-6DBD-4E61-B80F-3AC65E6B4DB9}" dt="2025-08-10T11:49:44.449" v="1101" actId="478"/>
          <ac:spMkLst>
            <pc:docMk/>
            <pc:sldMk cId="975102404" sldId="263"/>
            <ac:spMk id="3" creationId="{C9739566-469C-86C4-BF5E-F5991E8343AC}"/>
          </ac:spMkLst>
        </pc:spChg>
        <pc:spChg chg="add del mod ord">
          <ac:chgData name="Jebin Raj" userId="5455720c11650904" providerId="LiveId" clId="{E007F4A7-6DBD-4E61-B80F-3AC65E6B4DB9}" dt="2025-08-10T11:50:50.589" v="1110" actId="478"/>
          <ac:spMkLst>
            <pc:docMk/>
            <pc:sldMk cId="975102404" sldId="263"/>
            <ac:spMk id="4" creationId="{CE24F090-FABF-0D3A-490C-7F3525A86B23}"/>
          </ac:spMkLst>
        </pc:spChg>
        <pc:spChg chg="del">
          <ac:chgData name="Jebin Raj" userId="5455720c11650904" providerId="LiveId" clId="{E007F4A7-6DBD-4E61-B80F-3AC65E6B4DB9}" dt="2025-08-10T11:49:56.124" v="1102" actId="478"/>
          <ac:spMkLst>
            <pc:docMk/>
            <pc:sldMk cId="975102404" sldId="263"/>
            <ac:spMk id="5" creationId="{51E3F133-DF9A-CE0C-26EA-14219025500D}"/>
          </ac:spMkLst>
        </pc:spChg>
        <pc:spChg chg="add del mod ord">
          <ac:chgData name="Jebin Raj" userId="5455720c11650904" providerId="LiveId" clId="{E007F4A7-6DBD-4E61-B80F-3AC65E6B4DB9}" dt="2025-08-10T11:57:31.677" v="1113" actId="1957"/>
          <ac:spMkLst>
            <pc:docMk/>
            <pc:sldMk cId="975102404" sldId="263"/>
            <ac:spMk id="7" creationId="{748FF81A-6D2B-F647-6C44-1BB1EA089D6D}"/>
          </ac:spMkLst>
        </pc:spChg>
        <pc:spChg chg="del mod">
          <ac:chgData name="Jebin Raj" userId="5455720c11650904" providerId="LiveId" clId="{E007F4A7-6DBD-4E61-B80F-3AC65E6B4DB9}" dt="2025-08-10T11:49:37.925" v="1100" actId="478"/>
          <ac:spMkLst>
            <pc:docMk/>
            <pc:sldMk cId="975102404" sldId="263"/>
            <ac:spMk id="128" creationId="{65A2D2FE-CD71-F800-79D5-1C7DB6C5EB8F}"/>
          </ac:spMkLst>
        </pc:spChg>
        <pc:graphicFrameChg chg="add mod">
          <ac:chgData name="Jebin Raj" userId="5455720c11650904" providerId="LiveId" clId="{E007F4A7-6DBD-4E61-B80F-3AC65E6B4DB9}" dt="2025-08-10T12:02:01.994" v="1180"/>
          <ac:graphicFrameMkLst>
            <pc:docMk/>
            <pc:sldMk cId="975102404" sldId="263"/>
            <ac:graphicFrameMk id="12" creationId="{5EFC1627-2D2D-FF7C-212A-4096FA92B96B}"/>
          </ac:graphicFrameMkLst>
        </pc:graphicFrameChg>
      </pc:sldChg>
      <pc:sldChg chg="new del">
        <pc:chgData name="Jebin Raj" userId="5455720c11650904" providerId="LiveId" clId="{E007F4A7-6DBD-4E61-B80F-3AC65E6B4DB9}" dt="2025-08-08T11:35:58.498" v="366" actId="47"/>
        <pc:sldMkLst>
          <pc:docMk/>
          <pc:sldMk cId="3556590913" sldId="263"/>
        </pc:sldMkLst>
      </pc:sldChg>
      <pc:sldChg chg="new del">
        <pc:chgData name="Jebin Raj" userId="5455720c11650904" providerId="LiveId" clId="{E007F4A7-6DBD-4E61-B80F-3AC65E6B4DB9}" dt="2025-08-08T11:36:19.695" v="368" actId="47"/>
        <pc:sldMkLst>
          <pc:docMk/>
          <pc:sldMk cId="3580758361" sldId="263"/>
        </pc:sldMkLst>
      </pc:sldChg>
      <pc:sldChg chg="modSp add mod">
        <pc:chgData name="Jebin Raj" userId="5455720c11650904" providerId="LiveId" clId="{E007F4A7-6DBD-4E61-B80F-3AC65E6B4DB9}" dt="2025-08-11T01:32:55.582" v="1393" actId="20577"/>
        <pc:sldMkLst>
          <pc:docMk/>
          <pc:sldMk cId="809491099" sldId="264"/>
        </pc:sldMkLst>
        <pc:spChg chg="mod">
          <ac:chgData name="Jebin Raj" userId="5455720c11650904" providerId="LiveId" clId="{E007F4A7-6DBD-4E61-B80F-3AC65E6B4DB9}" dt="2025-08-11T01:32:55.582" v="1393" actId="20577"/>
          <ac:spMkLst>
            <pc:docMk/>
            <pc:sldMk cId="809491099" sldId="264"/>
            <ac:spMk id="93" creationId="{45B534F0-26B3-5593-75EA-614650171E97}"/>
          </ac:spMkLst>
        </pc:spChg>
      </pc:sldChg>
      <pc:sldChg chg="modSp add mod">
        <pc:chgData name="Jebin Raj" userId="5455720c11650904" providerId="LiveId" clId="{E007F4A7-6DBD-4E61-B80F-3AC65E6B4DB9}" dt="2025-08-10T13:09:22.404" v="1381" actId="120"/>
        <pc:sldMkLst>
          <pc:docMk/>
          <pc:sldMk cId="152702987" sldId="265"/>
        </pc:sldMkLst>
        <pc:spChg chg="mod">
          <ac:chgData name="Jebin Raj" userId="5455720c11650904" providerId="LiveId" clId="{E007F4A7-6DBD-4E61-B80F-3AC65E6B4DB9}" dt="2025-08-10T13:09:22.404" v="1381" actId="120"/>
          <ac:spMkLst>
            <pc:docMk/>
            <pc:sldMk cId="152702987" sldId="265"/>
            <ac:spMk id="93" creationId="{9DCD3F38-67AE-23A4-E819-3E2B123AA707}"/>
          </ac:spMkLst>
        </pc:spChg>
      </pc:sldChg>
      <pc:sldChg chg="new del">
        <pc:chgData name="Jebin Raj" userId="5455720c11650904" providerId="LiveId" clId="{E007F4A7-6DBD-4E61-B80F-3AC65E6B4DB9}" dt="2025-08-10T11:50:29.087" v="1106" actId="680"/>
        <pc:sldMkLst>
          <pc:docMk/>
          <pc:sldMk cId="1747610468" sldId="266"/>
        </pc:sldMkLst>
      </pc:sldChg>
      <pc:sldChg chg="new del">
        <pc:chgData name="Jebin Raj" userId="5455720c11650904" providerId="LiveId" clId="{E007F4A7-6DBD-4E61-B80F-3AC65E6B4DB9}" dt="2025-08-10T11:50:14.204" v="1104" actId="680"/>
        <pc:sldMkLst>
          <pc:docMk/>
          <pc:sldMk cId="3798044017" sldId="266"/>
        </pc:sldMkLst>
      </pc:sldChg>
      <pc:sldChg chg="addSp delSp modSp add mod chgLayout">
        <pc:chgData name="Jebin Raj" userId="5455720c11650904" providerId="LiveId" clId="{E007F4A7-6DBD-4E61-B80F-3AC65E6B4DB9}" dt="2025-08-10T13:08:41.522" v="1378" actId="255"/>
        <pc:sldMkLst>
          <pc:docMk/>
          <pc:sldMk cId="4122951712" sldId="266"/>
        </pc:sldMkLst>
        <pc:spChg chg="add del mod">
          <ac:chgData name="Jebin Raj" userId="5455720c11650904" providerId="LiveId" clId="{E007F4A7-6DBD-4E61-B80F-3AC65E6B4DB9}" dt="2025-08-10T12:12:13.325" v="1206" actId="478"/>
          <ac:spMkLst>
            <pc:docMk/>
            <pc:sldMk cId="4122951712" sldId="266"/>
            <ac:spMk id="3" creationId="{961F338D-2B4A-5DDD-7285-30616C4DCA98}"/>
          </ac:spMkLst>
        </pc:spChg>
        <pc:spChg chg="add del mod ord">
          <ac:chgData name="Jebin Raj" userId="5455720c11650904" providerId="LiveId" clId="{E007F4A7-6DBD-4E61-B80F-3AC65E6B4DB9}" dt="2025-08-10T12:12:33.076" v="1208" actId="478"/>
          <ac:spMkLst>
            <pc:docMk/>
            <pc:sldMk cId="4122951712" sldId="266"/>
            <ac:spMk id="4" creationId="{B93FED36-BB3D-B0B0-1547-D01FD708F278}"/>
          </ac:spMkLst>
        </pc:spChg>
        <pc:spChg chg="add del mod ord">
          <ac:chgData name="Jebin Raj" userId="5455720c11650904" providerId="LiveId" clId="{E007F4A7-6DBD-4E61-B80F-3AC65E6B4DB9}" dt="2025-08-10T12:13:04.499" v="1221" actId="478"/>
          <ac:spMkLst>
            <pc:docMk/>
            <pc:sldMk cId="4122951712" sldId="266"/>
            <ac:spMk id="5" creationId="{37584E7B-14CD-48BC-1A45-1561FFB32AAA}"/>
          </ac:spMkLst>
        </pc:spChg>
        <pc:spChg chg="add del mod ord">
          <ac:chgData name="Jebin Raj" userId="5455720c11650904" providerId="LiveId" clId="{E007F4A7-6DBD-4E61-B80F-3AC65E6B4DB9}" dt="2025-08-10T12:13:30.180" v="1223" actId="700"/>
          <ac:spMkLst>
            <pc:docMk/>
            <pc:sldMk cId="4122951712" sldId="266"/>
            <ac:spMk id="7" creationId="{A3447D52-2AFE-BC47-172F-29B24CE87246}"/>
          </ac:spMkLst>
        </pc:spChg>
        <pc:spChg chg="add del mod ord">
          <ac:chgData name="Jebin Raj" userId="5455720c11650904" providerId="LiveId" clId="{E007F4A7-6DBD-4E61-B80F-3AC65E6B4DB9}" dt="2025-08-10T12:13:30.180" v="1223" actId="700"/>
          <ac:spMkLst>
            <pc:docMk/>
            <pc:sldMk cId="4122951712" sldId="266"/>
            <ac:spMk id="8" creationId="{59DB22C7-2633-BDCD-2235-9C45B479D40D}"/>
          </ac:spMkLst>
        </pc:spChg>
        <pc:spChg chg="add del mod ord">
          <ac:chgData name="Jebin Raj" userId="5455720c11650904" providerId="LiveId" clId="{E007F4A7-6DBD-4E61-B80F-3AC65E6B4DB9}" dt="2025-08-10T12:15:49.790" v="1263" actId="478"/>
          <ac:spMkLst>
            <pc:docMk/>
            <pc:sldMk cId="4122951712" sldId="266"/>
            <ac:spMk id="10" creationId="{12CE1E8E-D25E-79A0-5F46-7CCDE742E935}"/>
          </ac:spMkLst>
        </pc:spChg>
        <pc:spChg chg="add del mod ord">
          <ac:chgData name="Jebin Raj" userId="5455720c11650904" providerId="LiveId" clId="{E007F4A7-6DBD-4E61-B80F-3AC65E6B4DB9}" dt="2025-08-10T13:08:41.522" v="1378" actId="255"/>
          <ac:spMkLst>
            <pc:docMk/>
            <pc:sldMk cId="4122951712" sldId="266"/>
            <ac:spMk id="11" creationId="{61039376-2ECD-556A-B511-0BA6CF3C5F83}"/>
          </ac:spMkLst>
        </pc:spChg>
        <pc:spChg chg="add del mod">
          <ac:chgData name="Jebin Raj" userId="5455720c11650904" providerId="LiveId" clId="{E007F4A7-6DBD-4E61-B80F-3AC65E6B4DB9}" dt="2025-08-10T12:15:55.828" v="1264" actId="478"/>
          <ac:spMkLst>
            <pc:docMk/>
            <pc:sldMk cId="4122951712" sldId="266"/>
            <ac:spMk id="14" creationId="{AB97D588-ABED-B2D3-8A4D-18F58A26530F}"/>
          </ac:spMkLst>
        </pc:spChg>
        <pc:graphicFrameChg chg="del">
          <ac:chgData name="Jebin Raj" userId="5455720c11650904" providerId="LiveId" clId="{E007F4A7-6DBD-4E61-B80F-3AC65E6B4DB9}" dt="2025-08-10T12:10:02.704" v="1199" actId="478"/>
          <ac:graphicFrameMkLst>
            <pc:docMk/>
            <pc:sldMk cId="4122951712" sldId="266"/>
            <ac:graphicFrameMk id="12" creationId="{68639251-D688-20E5-3FD4-9965B18A033D}"/>
          </ac:graphicFrameMkLst>
        </pc:graphicFrameChg>
      </pc:sldChg>
      <pc:sldMasterChg chg="delSldLayout">
        <pc:chgData name="Jebin Raj" userId="5455720c11650904" providerId="LiveId" clId="{E007F4A7-6DBD-4E61-B80F-3AC65E6B4DB9}" dt="2025-08-08T11:35:58.498" v="366" actId="47"/>
        <pc:sldMasterMkLst>
          <pc:docMk/>
          <pc:sldMasterMk cId="0" sldId="2147483648"/>
        </pc:sldMasterMkLst>
        <pc:sldLayoutChg chg="del">
          <pc:chgData name="Jebin Raj" userId="5455720c11650904" providerId="LiveId" clId="{E007F4A7-6DBD-4E61-B80F-3AC65E6B4DB9}" dt="2025-08-08T11:35:58.498" v="366" actId="47"/>
          <pc:sldLayoutMkLst>
            <pc:docMk/>
            <pc:sldMasterMk cId="0" sldId="2147483648"/>
            <pc:sldLayoutMk cId="0" sldId="2147483655"/>
          </pc:sldLayoutMkLst>
        </pc:sldLayoutChg>
      </pc:sldMasterChg>
    </pc:docChg>
  </pc:docChgLst>
  <pc:docChgLst>
    <pc:chgData name="Guest User" providerId="Windows Live" clId="Web-{C9084BBC-5504-A144-C52D-33AD97D71E10}"/>
    <pc:docChg chg="modSld">
      <pc:chgData name="Guest User" userId="" providerId="Windows Live" clId="Web-{C9084BBC-5504-A144-C52D-33AD97D71E10}" dt="2025-08-08T11:14:31.293" v="6" actId="20577"/>
      <pc:docMkLst>
        <pc:docMk/>
      </pc:docMkLst>
      <pc:sldChg chg="modSp">
        <pc:chgData name="Guest User" userId="" providerId="Windows Live" clId="Web-{C9084BBC-5504-A144-C52D-33AD97D71E10}" dt="2025-08-08T11:14:31.293" v="6" actId="20577"/>
        <pc:sldMkLst>
          <pc:docMk/>
          <pc:sldMk cId="0" sldId="256"/>
        </pc:sldMkLst>
        <pc:spChg chg="mod">
          <ac:chgData name="Guest User" userId="" providerId="Windows Live" clId="Web-{C9084BBC-5504-A144-C52D-33AD97D71E10}" dt="2025-08-08T11:14:31.293" v="6" actId="20577"/>
          <ac:spMkLst>
            <pc:docMk/>
            <pc:sldMk cId="0" sldId="256"/>
            <ac:spMk id="88" creationId="{00000000-0000-0000-0000-000000000000}"/>
          </ac:spMkLst>
        </pc:spChg>
      </pc:sldChg>
    </pc:docChg>
  </pc:docChgLst>
  <pc:docChgLst>
    <pc:chgData name="Guest User" providerId="Windows Live" clId="Web-{67FE9FF7-0733-C5E5-466D-F0B97ED8A7E0}"/>
    <pc:docChg chg="modSld">
      <pc:chgData name="Guest User" userId="" providerId="Windows Live" clId="Web-{67FE9FF7-0733-C5E5-466D-F0B97ED8A7E0}" dt="2025-08-11T03:00:37.849" v="3"/>
      <pc:docMkLst>
        <pc:docMk/>
      </pc:docMkLst>
      <pc:sldChg chg="modSp">
        <pc:chgData name="Guest User" userId="" providerId="Windows Live" clId="Web-{67FE9FF7-0733-C5E5-466D-F0B97ED8A7E0}" dt="2025-08-11T03:00:37.849" v="3"/>
        <pc:sldMkLst>
          <pc:docMk/>
          <pc:sldMk cId="0" sldId="260"/>
        </pc:sldMkLst>
        <pc:graphicFrameChg chg="mod modGraphic">
          <ac:chgData name="Guest User" userId="" providerId="Windows Live" clId="Web-{67FE9FF7-0733-C5E5-466D-F0B97ED8A7E0}" dt="2025-08-11T03:00:37.849" v="3"/>
          <ac:graphicFrameMkLst>
            <pc:docMk/>
            <pc:sldMk cId="0" sldId="260"/>
            <ac:graphicFrameMk id="12" creationId="{B0204880-19D5-706D-97C7-2067F7974307}"/>
          </ac:graphicFrameMkLst>
        </pc:graphicFrameChg>
      </pc:sldChg>
    </pc:docChg>
  </pc:docChgLst>
  <pc:docChgLst>
    <pc:chgData name="Guest User" providerId="Windows Live" clId="Web-{4EA50C3A-3B69-6FCF-B367-EAD1A83D7355}"/>
    <pc:docChg chg="addSld delSld sldOrd">
      <pc:chgData name="Guest User" userId="" providerId="Windows Live" clId="Web-{4EA50C3A-3B69-6FCF-B367-EAD1A83D7355}" dt="2025-08-08T11:54:19.708" v="21"/>
      <pc:docMkLst>
        <pc:docMk/>
      </pc:docMkLst>
      <pc:sldChg chg="ord">
        <pc:chgData name="Guest User" userId="" providerId="Windows Live" clId="Web-{4EA50C3A-3B69-6FCF-B367-EAD1A83D7355}" dt="2025-08-08T11:47:19.833" v="1"/>
        <pc:sldMkLst>
          <pc:docMk/>
          <pc:sldMk cId="0" sldId="256"/>
        </pc:sldMkLst>
      </pc:sldChg>
      <pc:sldChg chg="ord">
        <pc:chgData name="Guest User" userId="" providerId="Windows Live" clId="Web-{4EA50C3A-3B69-6FCF-B367-EAD1A83D7355}" dt="2025-08-08T11:54:19.708" v="21"/>
        <pc:sldMkLst>
          <pc:docMk/>
          <pc:sldMk cId="0" sldId="257"/>
        </pc:sldMkLst>
      </pc:sldChg>
      <pc:sldChg chg="ord">
        <pc:chgData name="Guest User" userId="" providerId="Windows Live" clId="Web-{4EA50C3A-3B69-6FCF-B367-EAD1A83D7355}" dt="2025-08-08T11:53:48.395" v="13"/>
        <pc:sldMkLst>
          <pc:docMk/>
          <pc:sldMk cId="0" sldId="258"/>
        </pc:sldMkLst>
      </pc:sldChg>
      <pc:sldChg chg="ord">
        <pc:chgData name="Guest User" userId="" providerId="Windows Live" clId="Web-{4EA50C3A-3B69-6FCF-B367-EAD1A83D7355}" dt="2025-08-08T11:53:48.395" v="14"/>
        <pc:sldMkLst>
          <pc:docMk/>
          <pc:sldMk cId="0" sldId="259"/>
        </pc:sldMkLst>
      </pc:sldChg>
      <pc:sldChg chg="ord">
        <pc:chgData name="Guest User" userId="" providerId="Windows Live" clId="Web-{4EA50C3A-3B69-6FCF-B367-EAD1A83D7355}" dt="2025-08-08T11:53:48.395" v="15"/>
        <pc:sldMkLst>
          <pc:docMk/>
          <pc:sldMk cId="0" sldId="260"/>
        </pc:sldMkLst>
      </pc:sldChg>
      <pc:sldChg chg="ord">
        <pc:chgData name="Guest User" userId="" providerId="Windows Live" clId="Web-{4EA50C3A-3B69-6FCF-B367-EAD1A83D7355}" dt="2025-08-08T11:53:48.395" v="16"/>
        <pc:sldMkLst>
          <pc:docMk/>
          <pc:sldMk cId="0" sldId="261"/>
        </pc:sldMkLst>
      </pc:sldChg>
      <pc:sldChg chg="ord">
        <pc:chgData name="Guest User" userId="" providerId="Windows Live" clId="Web-{4EA50C3A-3B69-6FCF-B367-EAD1A83D7355}" dt="2025-08-08T11:53:48.395" v="17"/>
        <pc:sldMkLst>
          <pc:docMk/>
          <pc:sldMk cId="975102404" sldId="263"/>
        </pc:sldMkLst>
      </pc:sldChg>
      <pc:sldChg chg="new del">
        <pc:chgData name="Guest User" userId="" providerId="Windows Live" clId="Web-{4EA50C3A-3B69-6FCF-B367-EAD1A83D7355}" dt="2025-08-08T11:54:18.427" v="20"/>
        <pc:sldMkLst>
          <pc:docMk/>
          <pc:sldMk cId="1627603271" sldId="264"/>
        </pc:sldMkLst>
      </pc:sldChg>
    </pc:docChg>
  </pc:docChgLst>
  <pc:docChgLst>
    <pc:chgData clId="Web-{1D9A5204-5B2A-5680-254C-B17FEC5D5030}"/>
    <pc:docChg chg="modSld">
      <pc:chgData name="" userId="" providerId="" clId="Web-{1D9A5204-5B2A-5680-254C-B17FEC5D5030}" dt="2025-08-08T13:25:58.701" v="0"/>
      <pc:docMkLst>
        <pc:docMk/>
      </pc:docMkLst>
      <pc:sldChg chg="modSp">
        <pc:chgData name="" userId="" providerId="" clId="Web-{1D9A5204-5B2A-5680-254C-B17FEC5D5030}" dt="2025-08-08T13:25:58.701" v="0"/>
        <pc:sldMkLst>
          <pc:docMk/>
          <pc:sldMk cId="0" sldId="260"/>
        </pc:sldMkLst>
        <pc:graphicFrameChg chg="mod modGraphic">
          <ac:chgData name="" userId="" providerId="" clId="Web-{1D9A5204-5B2A-5680-254C-B17FEC5D5030}" dt="2025-08-08T13:25:58.701" v="0"/>
          <ac:graphicFrameMkLst>
            <pc:docMk/>
            <pc:sldMk cId="0" sldId="260"/>
            <ac:graphicFrameMk id="12" creationId="{B0204880-19D5-706D-97C7-2067F7974307}"/>
          </ac:graphicFrameMkLst>
        </pc:graphicFrameChg>
      </pc:sldChg>
    </pc:docChg>
  </pc:docChgLst>
  <pc:docChgLst>
    <pc:chgData name="Guest User" providerId="Windows Live" clId="Web-{4BF4EAFC-1B49-1A6F-E8F2-EF4A84EAA39A}"/>
    <pc:docChg chg="modSld addMainMaster delMainMaster">
      <pc:chgData name="Guest User" userId="" providerId="Windows Live" clId="Web-{4BF4EAFC-1B49-1A6F-E8F2-EF4A84EAA39A}" dt="2025-08-10T15:34:39.921" v="116" actId="14100"/>
      <pc:docMkLst>
        <pc:docMk/>
      </pc:docMkLst>
      <pc:sldChg chg="modSp mod modTransition modClrScheme chgLayout">
        <pc:chgData name="Guest User" userId="" providerId="Windows Live" clId="Web-{4BF4EAFC-1B49-1A6F-E8F2-EF4A84EAA39A}" dt="2025-08-10T15:28:25.859" v="75" actId="20577"/>
        <pc:sldMkLst>
          <pc:docMk/>
          <pc:sldMk cId="0" sldId="256"/>
        </pc:sldMkLst>
        <pc:spChg chg="mod ord">
          <ac:chgData name="Guest User" userId="" providerId="Windows Live" clId="Web-{4BF4EAFC-1B49-1A6F-E8F2-EF4A84EAA39A}" dt="2025-08-10T15:24:55.070" v="42" actId="20577"/>
          <ac:spMkLst>
            <pc:docMk/>
            <pc:sldMk cId="0" sldId="256"/>
            <ac:spMk id="84" creationId="{00000000-0000-0000-0000-000000000000}"/>
          </ac:spMkLst>
        </pc:spChg>
        <pc:spChg chg="mod">
          <ac:chgData name="Guest User" userId="" providerId="Windows Live" clId="Web-{4BF4EAFC-1B49-1A6F-E8F2-EF4A84EAA39A}" dt="2025-08-10T15:28:25.859" v="75" actId="20577"/>
          <ac:spMkLst>
            <pc:docMk/>
            <pc:sldMk cId="0" sldId="256"/>
            <ac:spMk id="88" creationId="{00000000-0000-0000-0000-000000000000}"/>
          </ac:spMkLst>
        </pc:spChg>
      </pc:sldChg>
      <pc:sldChg chg="modSp mod modTransition modClrScheme chgLayout">
        <pc:chgData name="Guest User" userId="" providerId="Windows Live" clId="Web-{4BF4EAFC-1B49-1A6F-E8F2-EF4A84EAA39A}" dt="2025-08-10T15:29:13.159" v="76" actId="20577"/>
        <pc:sldMkLst>
          <pc:docMk/>
          <pc:sldMk cId="0" sldId="257"/>
        </pc:sldMkLst>
        <pc:spChg chg="mod ord">
          <ac:chgData name="Guest User" userId="" providerId="Windows Live" clId="Web-{4BF4EAFC-1B49-1A6F-E8F2-EF4A84EAA39A}" dt="2025-08-10T15:29:13.159" v="76" actId="20577"/>
          <ac:spMkLst>
            <pc:docMk/>
            <pc:sldMk cId="0" sldId="257"/>
            <ac:spMk id="93" creationId="{00000000-0000-0000-0000-000000000000}"/>
          </ac:spMkLst>
        </pc:spChg>
      </pc:sldChg>
      <pc:sldChg chg="modSp mod modTransition modClrScheme chgLayout">
        <pc:chgData name="Guest User" userId="" providerId="Windows Live" clId="Web-{4BF4EAFC-1B49-1A6F-E8F2-EF4A84EAA39A}" dt="2025-08-10T15:31:02.915" v="89" actId="20577"/>
        <pc:sldMkLst>
          <pc:docMk/>
          <pc:sldMk cId="0" sldId="258"/>
        </pc:sldMkLst>
        <pc:spChg chg="mod">
          <ac:chgData name="Guest User" userId="" providerId="Windows Live" clId="Web-{4BF4EAFC-1B49-1A6F-E8F2-EF4A84EAA39A}" dt="2025-08-10T15:31:02.915" v="89" actId="20577"/>
          <ac:spMkLst>
            <pc:docMk/>
            <pc:sldMk cId="0" sldId="258"/>
            <ac:spMk id="105" creationId="{00000000-0000-0000-0000-000000000000}"/>
          </ac:spMkLst>
        </pc:spChg>
      </pc:sldChg>
      <pc:sldChg chg="modSp mod modTransition modClrScheme chgLayout">
        <pc:chgData name="Guest User" userId="" providerId="Windows Live" clId="Web-{4BF4EAFC-1B49-1A6F-E8F2-EF4A84EAA39A}" dt="2025-08-10T15:31:16.728" v="91" actId="20577"/>
        <pc:sldMkLst>
          <pc:docMk/>
          <pc:sldMk cId="0" sldId="259"/>
        </pc:sldMkLst>
        <pc:spChg chg="mod ord">
          <ac:chgData name="Guest User" userId="" providerId="Windows Live" clId="Web-{4BF4EAFC-1B49-1A6F-E8F2-EF4A84EAA39A}" dt="2025-08-10T15:31:16.728" v="91" actId="20577"/>
          <ac:spMkLst>
            <pc:docMk/>
            <pc:sldMk cId="0" sldId="259"/>
            <ac:spMk id="5" creationId="{15F2EE59-4D83-07D7-FF53-9139FCA5235B}"/>
          </ac:spMkLst>
        </pc:spChg>
      </pc:sldChg>
      <pc:sldChg chg="modSp mod modTransition modClrScheme chgLayout">
        <pc:chgData name="Guest User" userId="" providerId="Windows Live" clId="Web-{4BF4EAFC-1B49-1A6F-E8F2-EF4A84EAA39A}" dt="2025-08-10T15:19:51.919" v="31"/>
        <pc:sldMkLst>
          <pc:docMk/>
          <pc:sldMk cId="0" sldId="260"/>
        </pc:sldMkLst>
        <pc:spChg chg="mod ord">
          <ac:chgData name="Guest User" userId="" providerId="Windows Live" clId="Web-{4BF4EAFC-1B49-1A6F-E8F2-EF4A84EAA39A}" dt="2025-08-10T15:08:48.593" v="9"/>
          <ac:spMkLst>
            <pc:docMk/>
            <pc:sldMk cId="0" sldId="260"/>
            <ac:spMk id="7" creationId="{32AB821C-1E94-5629-222D-E24824600B31}"/>
          </ac:spMkLst>
        </pc:spChg>
      </pc:sldChg>
      <pc:sldChg chg="mod modTransition modClrScheme chgLayout">
        <pc:chgData name="Guest User" userId="" providerId="Windows Live" clId="Web-{4BF4EAFC-1B49-1A6F-E8F2-EF4A84EAA39A}" dt="2025-08-10T15:14:49.097" v="20"/>
        <pc:sldMkLst>
          <pc:docMk/>
          <pc:sldMk cId="0" sldId="261"/>
        </pc:sldMkLst>
      </pc:sldChg>
      <pc:sldChg chg="addSp modSp mod modTransition modClrScheme chgLayout">
        <pc:chgData name="Guest User" userId="" providerId="Windows Live" clId="Web-{4BF4EAFC-1B49-1A6F-E8F2-EF4A84EAA39A}" dt="2025-08-10T15:34:39.921" v="116" actId="14100"/>
        <pc:sldMkLst>
          <pc:docMk/>
          <pc:sldMk cId="0" sldId="262"/>
        </pc:sldMkLst>
        <pc:spChg chg="add mod ord">
          <ac:chgData name="Guest User" userId="" providerId="Windows Live" clId="Web-{4BF4EAFC-1B49-1A6F-E8F2-EF4A84EAA39A}" dt="2025-08-10T15:34:11.374" v="114"/>
          <ac:spMkLst>
            <pc:docMk/>
            <pc:sldMk cId="0" sldId="262"/>
            <ac:spMk id="3" creationId="{02A92F58-AF5A-5BB7-C15D-A0A448C7AED8}"/>
          </ac:spMkLst>
        </pc:spChg>
        <pc:spChg chg="mod ord">
          <ac:chgData name="Guest User" userId="" providerId="Windows Live" clId="Web-{4BF4EAFC-1B49-1A6F-E8F2-EF4A84EAA39A}" dt="2025-08-10T15:34:39.921" v="116" actId="14100"/>
          <ac:spMkLst>
            <pc:docMk/>
            <pc:sldMk cId="0" sldId="262"/>
            <ac:spMk id="136" creationId="{00000000-0000-0000-0000-000000000000}"/>
          </ac:spMkLst>
        </pc:spChg>
      </pc:sldChg>
      <pc:sldChg chg="modSp mod modTransition modClrScheme chgLayout">
        <pc:chgData name="Guest User" userId="" providerId="Windows Live" clId="Web-{4BF4EAFC-1B49-1A6F-E8F2-EF4A84EAA39A}" dt="2025-08-10T15:15:03.941" v="21"/>
        <pc:sldMkLst>
          <pc:docMk/>
          <pc:sldMk cId="975102404" sldId="263"/>
        </pc:sldMkLst>
        <pc:graphicFrameChg chg="mod ord">
          <ac:chgData name="Guest User" userId="" providerId="Windows Live" clId="Web-{4BF4EAFC-1B49-1A6F-E8F2-EF4A84EAA39A}" dt="2025-08-10T15:08:48.593" v="9"/>
          <ac:graphicFrameMkLst>
            <pc:docMk/>
            <pc:sldMk cId="975102404" sldId="263"/>
            <ac:graphicFrameMk id="12" creationId="{5EFC1627-2D2D-FF7C-212A-4096FA92B96B}"/>
          </ac:graphicFrameMkLst>
        </pc:graphicFrameChg>
      </pc:sldChg>
      <pc:sldChg chg="modSp mod modTransition modClrScheme chgLayout">
        <pc:chgData name="Guest User" userId="" providerId="Windows Live" clId="Web-{4BF4EAFC-1B49-1A6F-E8F2-EF4A84EAA39A}" dt="2025-08-10T15:30:43.945" v="88" actId="20577"/>
        <pc:sldMkLst>
          <pc:docMk/>
          <pc:sldMk cId="809491099" sldId="264"/>
        </pc:sldMkLst>
        <pc:spChg chg="mod ord">
          <ac:chgData name="Guest User" userId="" providerId="Windows Live" clId="Web-{4BF4EAFC-1B49-1A6F-E8F2-EF4A84EAA39A}" dt="2025-08-10T15:30:43.945" v="88" actId="20577"/>
          <ac:spMkLst>
            <pc:docMk/>
            <pc:sldMk cId="809491099" sldId="264"/>
            <ac:spMk id="93" creationId="{45B534F0-26B3-5593-75EA-614650171E97}"/>
          </ac:spMkLst>
        </pc:spChg>
      </pc:sldChg>
      <pc:sldChg chg="modSp mod modTransition modClrScheme chgLayout">
        <pc:chgData name="Guest User" userId="" providerId="Windows Live" clId="Web-{4BF4EAFC-1B49-1A6F-E8F2-EF4A84EAA39A}" dt="2025-08-10T15:30:03.240" v="79" actId="20577"/>
        <pc:sldMkLst>
          <pc:docMk/>
          <pc:sldMk cId="152702987" sldId="265"/>
        </pc:sldMkLst>
        <pc:spChg chg="mod ord">
          <ac:chgData name="Guest User" userId="" providerId="Windows Live" clId="Web-{4BF4EAFC-1B49-1A6F-E8F2-EF4A84EAA39A}" dt="2025-08-10T15:30:03.240" v="79" actId="20577"/>
          <ac:spMkLst>
            <pc:docMk/>
            <pc:sldMk cId="152702987" sldId="265"/>
            <ac:spMk id="93" creationId="{9DCD3F38-67AE-23A4-E819-3E2B123AA707}"/>
          </ac:spMkLst>
        </pc:spChg>
      </pc:sldChg>
      <pc:sldChg chg="modSp mod modTransition modClrScheme chgLayout">
        <pc:chgData name="Guest User" userId="" providerId="Windows Live" clId="Web-{4BF4EAFC-1B49-1A6F-E8F2-EF4A84EAA39A}" dt="2025-08-10T15:33:30.107" v="112" actId="20577"/>
        <pc:sldMkLst>
          <pc:docMk/>
          <pc:sldMk cId="4122951712" sldId="266"/>
        </pc:sldMkLst>
        <pc:spChg chg="mod ord">
          <ac:chgData name="Guest User" userId="" providerId="Windows Live" clId="Web-{4BF4EAFC-1B49-1A6F-E8F2-EF4A84EAA39A}" dt="2025-08-10T15:33:30.107" v="112" actId="20577"/>
          <ac:spMkLst>
            <pc:docMk/>
            <pc:sldMk cId="4122951712" sldId="266"/>
            <ac:spMk id="11" creationId="{61039376-2ECD-556A-B511-0BA6CF3C5F83}"/>
          </ac:spMkLst>
        </pc:spChg>
      </pc:sldChg>
      <pc:sldMasterChg chg="del delSldLayout">
        <pc:chgData name="Guest User" userId="" providerId="Windows Live" clId="Web-{4BF4EAFC-1B49-1A6F-E8F2-EF4A84EAA39A}" dt="2025-08-10T15:05:36.795" v="3"/>
        <pc:sldMasterMkLst>
          <pc:docMk/>
          <pc:sldMasterMk cId="2292618058" sldId="2147483792"/>
        </pc:sldMasterMkLst>
        <pc:sldLayoutChg chg="del">
          <pc:chgData name="Guest User" userId="" providerId="Windows Live" clId="Web-{4BF4EAFC-1B49-1A6F-E8F2-EF4A84EAA39A}" dt="2025-08-10T15:05:36.795" v="3"/>
          <pc:sldLayoutMkLst>
            <pc:docMk/>
            <pc:sldMasterMk cId="2292618058" sldId="2147483792"/>
            <pc:sldLayoutMk cId="2913990885" sldId="2147483793"/>
          </pc:sldLayoutMkLst>
        </pc:sldLayoutChg>
        <pc:sldLayoutChg chg="del">
          <pc:chgData name="Guest User" userId="" providerId="Windows Live" clId="Web-{4BF4EAFC-1B49-1A6F-E8F2-EF4A84EAA39A}" dt="2025-08-10T15:05:36.795" v="3"/>
          <pc:sldLayoutMkLst>
            <pc:docMk/>
            <pc:sldMasterMk cId="2292618058" sldId="2147483792"/>
            <pc:sldLayoutMk cId="1213430400" sldId="2147483794"/>
          </pc:sldLayoutMkLst>
        </pc:sldLayoutChg>
        <pc:sldLayoutChg chg="del">
          <pc:chgData name="Guest User" userId="" providerId="Windows Live" clId="Web-{4BF4EAFC-1B49-1A6F-E8F2-EF4A84EAA39A}" dt="2025-08-10T15:05:36.795" v="3"/>
          <pc:sldLayoutMkLst>
            <pc:docMk/>
            <pc:sldMasterMk cId="2292618058" sldId="2147483792"/>
            <pc:sldLayoutMk cId="2771686109" sldId="2147483795"/>
          </pc:sldLayoutMkLst>
        </pc:sldLayoutChg>
        <pc:sldLayoutChg chg="del">
          <pc:chgData name="Guest User" userId="" providerId="Windows Live" clId="Web-{4BF4EAFC-1B49-1A6F-E8F2-EF4A84EAA39A}" dt="2025-08-10T15:05:36.795" v="3"/>
          <pc:sldLayoutMkLst>
            <pc:docMk/>
            <pc:sldMasterMk cId="2292618058" sldId="2147483792"/>
            <pc:sldLayoutMk cId="2455003155" sldId="2147483796"/>
          </pc:sldLayoutMkLst>
        </pc:sldLayoutChg>
        <pc:sldLayoutChg chg="del">
          <pc:chgData name="Guest User" userId="" providerId="Windows Live" clId="Web-{4BF4EAFC-1B49-1A6F-E8F2-EF4A84EAA39A}" dt="2025-08-10T15:05:36.795" v="3"/>
          <pc:sldLayoutMkLst>
            <pc:docMk/>
            <pc:sldMasterMk cId="2292618058" sldId="2147483792"/>
            <pc:sldLayoutMk cId="3299991514" sldId="2147483797"/>
          </pc:sldLayoutMkLst>
        </pc:sldLayoutChg>
        <pc:sldLayoutChg chg="del">
          <pc:chgData name="Guest User" userId="" providerId="Windows Live" clId="Web-{4BF4EAFC-1B49-1A6F-E8F2-EF4A84EAA39A}" dt="2025-08-10T15:05:36.795" v="3"/>
          <pc:sldLayoutMkLst>
            <pc:docMk/>
            <pc:sldMasterMk cId="2292618058" sldId="2147483792"/>
            <pc:sldLayoutMk cId="1743001689" sldId="2147483798"/>
          </pc:sldLayoutMkLst>
        </pc:sldLayoutChg>
        <pc:sldLayoutChg chg="del">
          <pc:chgData name="Guest User" userId="" providerId="Windows Live" clId="Web-{4BF4EAFC-1B49-1A6F-E8F2-EF4A84EAA39A}" dt="2025-08-10T15:05:36.795" v="3"/>
          <pc:sldLayoutMkLst>
            <pc:docMk/>
            <pc:sldMasterMk cId="2292618058" sldId="2147483792"/>
            <pc:sldLayoutMk cId="4189463386" sldId="2147483799"/>
          </pc:sldLayoutMkLst>
        </pc:sldLayoutChg>
        <pc:sldLayoutChg chg="del">
          <pc:chgData name="Guest User" userId="" providerId="Windows Live" clId="Web-{4BF4EAFC-1B49-1A6F-E8F2-EF4A84EAA39A}" dt="2025-08-10T15:05:36.795" v="3"/>
          <pc:sldLayoutMkLst>
            <pc:docMk/>
            <pc:sldMasterMk cId="2292618058" sldId="2147483792"/>
            <pc:sldLayoutMk cId="2459846029" sldId="2147483800"/>
          </pc:sldLayoutMkLst>
        </pc:sldLayoutChg>
        <pc:sldLayoutChg chg="del">
          <pc:chgData name="Guest User" userId="" providerId="Windows Live" clId="Web-{4BF4EAFC-1B49-1A6F-E8F2-EF4A84EAA39A}" dt="2025-08-10T15:05:36.795" v="3"/>
          <pc:sldLayoutMkLst>
            <pc:docMk/>
            <pc:sldMasterMk cId="2292618058" sldId="2147483792"/>
            <pc:sldLayoutMk cId="570542105" sldId="2147483801"/>
          </pc:sldLayoutMkLst>
        </pc:sldLayoutChg>
        <pc:sldLayoutChg chg="del">
          <pc:chgData name="Guest User" userId="" providerId="Windows Live" clId="Web-{4BF4EAFC-1B49-1A6F-E8F2-EF4A84EAA39A}" dt="2025-08-10T15:05:36.795" v="3"/>
          <pc:sldLayoutMkLst>
            <pc:docMk/>
            <pc:sldMasterMk cId="2292618058" sldId="2147483792"/>
            <pc:sldLayoutMk cId="876060542" sldId="2147483802"/>
          </pc:sldLayoutMkLst>
        </pc:sldLayoutChg>
        <pc:sldLayoutChg chg="del">
          <pc:chgData name="Guest User" userId="" providerId="Windows Live" clId="Web-{4BF4EAFC-1B49-1A6F-E8F2-EF4A84EAA39A}" dt="2025-08-10T15:05:36.795" v="3"/>
          <pc:sldLayoutMkLst>
            <pc:docMk/>
            <pc:sldMasterMk cId="2292618058" sldId="2147483792"/>
            <pc:sldLayoutMk cId="2707738713" sldId="2147483803"/>
          </pc:sldLayoutMkLst>
        </pc:sldLayoutChg>
        <pc:sldLayoutChg chg="del">
          <pc:chgData name="Guest User" userId="" providerId="Windows Live" clId="Web-{4BF4EAFC-1B49-1A6F-E8F2-EF4A84EAA39A}" dt="2025-08-10T15:05:36.795" v="3"/>
          <pc:sldLayoutMkLst>
            <pc:docMk/>
            <pc:sldMasterMk cId="2292618058" sldId="2147483792"/>
            <pc:sldLayoutMk cId="1224931428" sldId="2147483804"/>
          </pc:sldLayoutMkLst>
        </pc:sldLayoutChg>
        <pc:sldLayoutChg chg="del">
          <pc:chgData name="Guest User" userId="" providerId="Windows Live" clId="Web-{4BF4EAFC-1B49-1A6F-E8F2-EF4A84EAA39A}" dt="2025-08-10T15:05:36.795" v="3"/>
          <pc:sldLayoutMkLst>
            <pc:docMk/>
            <pc:sldMasterMk cId="2292618058" sldId="2147483792"/>
            <pc:sldLayoutMk cId="1210536206" sldId="2147483805"/>
          </pc:sldLayoutMkLst>
        </pc:sldLayoutChg>
        <pc:sldLayoutChg chg="del">
          <pc:chgData name="Guest User" userId="" providerId="Windows Live" clId="Web-{4BF4EAFC-1B49-1A6F-E8F2-EF4A84EAA39A}" dt="2025-08-10T15:05:36.795" v="3"/>
          <pc:sldLayoutMkLst>
            <pc:docMk/>
            <pc:sldMasterMk cId="2292618058" sldId="2147483792"/>
            <pc:sldLayoutMk cId="2496545735" sldId="2147483806"/>
          </pc:sldLayoutMkLst>
        </pc:sldLayoutChg>
        <pc:sldLayoutChg chg="del">
          <pc:chgData name="Guest User" userId="" providerId="Windows Live" clId="Web-{4BF4EAFC-1B49-1A6F-E8F2-EF4A84EAA39A}" dt="2025-08-10T15:05:36.795" v="3"/>
          <pc:sldLayoutMkLst>
            <pc:docMk/>
            <pc:sldMasterMk cId="2292618058" sldId="2147483792"/>
            <pc:sldLayoutMk cId="1400502098" sldId="2147483807"/>
          </pc:sldLayoutMkLst>
        </pc:sldLayoutChg>
        <pc:sldLayoutChg chg="del">
          <pc:chgData name="Guest User" userId="" providerId="Windows Live" clId="Web-{4BF4EAFC-1B49-1A6F-E8F2-EF4A84EAA39A}" dt="2025-08-10T15:05:36.795" v="3"/>
          <pc:sldLayoutMkLst>
            <pc:docMk/>
            <pc:sldMasterMk cId="2292618058" sldId="2147483792"/>
            <pc:sldLayoutMk cId="4168456200" sldId="2147483808"/>
          </pc:sldLayoutMkLst>
        </pc:sldLayoutChg>
        <pc:sldLayoutChg chg="del">
          <pc:chgData name="Guest User" userId="" providerId="Windows Live" clId="Web-{4BF4EAFC-1B49-1A6F-E8F2-EF4A84EAA39A}" dt="2025-08-10T15:05:36.795" v="3"/>
          <pc:sldLayoutMkLst>
            <pc:docMk/>
            <pc:sldMasterMk cId="2292618058" sldId="2147483792"/>
            <pc:sldLayoutMk cId="973606820" sldId="2147483809"/>
          </pc:sldLayoutMkLst>
        </pc:sldLayoutChg>
      </pc:sldMasterChg>
      <pc:sldMasterChg chg="add del addSldLayout delSldLayout modSldLayout">
        <pc:chgData name="Guest User" userId="" providerId="Windows Live" clId="Web-{4BF4EAFC-1B49-1A6F-E8F2-EF4A84EAA39A}" dt="2025-08-10T15:05:45.701" v="4"/>
        <pc:sldMasterMkLst>
          <pc:docMk/>
          <pc:sldMasterMk cId="2677376586" sldId="2147483810"/>
        </pc:sldMasterMkLst>
        <pc:sldLayoutChg chg="add del mod replId">
          <pc:chgData name="Guest User" userId="" providerId="Windows Live" clId="Web-{4BF4EAFC-1B49-1A6F-E8F2-EF4A84EAA39A}" dt="2025-08-10T15:05:45.701" v="4"/>
          <pc:sldLayoutMkLst>
            <pc:docMk/>
            <pc:sldMasterMk cId="2677376586" sldId="2147483810"/>
            <pc:sldLayoutMk cId="1159901839" sldId="2147483811"/>
          </pc:sldLayoutMkLst>
        </pc:sldLayoutChg>
        <pc:sldLayoutChg chg="add del mod replId">
          <pc:chgData name="Guest User" userId="" providerId="Windows Live" clId="Web-{4BF4EAFC-1B49-1A6F-E8F2-EF4A84EAA39A}" dt="2025-08-10T15:05:45.701" v="4"/>
          <pc:sldLayoutMkLst>
            <pc:docMk/>
            <pc:sldMasterMk cId="2677376586" sldId="2147483810"/>
            <pc:sldLayoutMk cId="1432624519" sldId="2147483812"/>
          </pc:sldLayoutMkLst>
        </pc:sldLayoutChg>
        <pc:sldLayoutChg chg="add del mod replId">
          <pc:chgData name="Guest User" userId="" providerId="Windows Live" clId="Web-{4BF4EAFC-1B49-1A6F-E8F2-EF4A84EAA39A}" dt="2025-08-10T15:05:45.701" v="4"/>
          <pc:sldLayoutMkLst>
            <pc:docMk/>
            <pc:sldMasterMk cId="2677376586" sldId="2147483810"/>
            <pc:sldLayoutMk cId="4291366987" sldId="2147483813"/>
          </pc:sldLayoutMkLst>
        </pc:sldLayoutChg>
        <pc:sldLayoutChg chg="add del mod replId">
          <pc:chgData name="Guest User" userId="" providerId="Windows Live" clId="Web-{4BF4EAFC-1B49-1A6F-E8F2-EF4A84EAA39A}" dt="2025-08-10T15:05:45.701" v="4"/>
          <pc:sldLayoutMkLst>
            <pc:docMk/>
            <pc:sldMasterMk cId="2677376586" sldId="2147483810"/>
            <pc:sldLayoutMk cId="1832738765" sldId="2147483814"/>
          </pc:sldLayoutMkLst>
        </pc:sldLayoutChg>
        <pc:sldLayoutChg chg="add del mod replId">
          <pc:chgData name="Guest User" userId="" providerId="Windows Live" clId="Web-{4BF4EAFC-1B49-1A6F-E8F2-EF4A84EAA39A}" dt="2025-08-10T15:05:45.701" v="4"/>
          <pc:sldLayoutMkLst>
            <pc:docMk/>
            <pc:sldMasterMk cId="2677376586" sldId="2147483810"/>
            <pc:sldLayoutMk cId="4169634935" sldId="2147483815"/>
          </pc:sldLayoutMkLst>
        </pc:sldLayoutChg>
        <pc:sldLayoutChg chg="add del mod replId">
          <pc:chgData name="Guest User" userId="" providerId="Windows Live" clId="Web-{4BF4EAFC-1B49-1A6F-E8F2-EF4A84EAA39A}" dt="2025-08-10T15:05:45.701" v="4"/>
          <pc:sldLayoutMkLst>
            <pc:docMk/>
            <pc:sldMasterMk cId="2677376586" sldId="2147483810"/>
            <pc:sldLayoutMk cId="4281233810" sldId="2147483816"/>
          </pc:sldLayoutMkLst>
        </pc:sldLayoutChg>
        <pc:sldLayoutChg chg="add del mod replId">
          <pc:chgData name="Guest User" userId="" providerId="Windows Live" clId="Web-{4BF4EAFC-1B49-1A6F-E8F2-EF4A84EAA39A}" dt="2025-08-10T15:05:45.701" v="4"/>
          <pc:sldLayoutMkLst>
            <pc:docMk/>
            <pc:sldMasterMk cId="2677376586" sldId="2147483810"/>
            <pc:sldLayoutMk cId="2385356685" sldId="2147483817"/>
          </pc:sldLayoutMkLst>
        </pc:sldLayoutChg>
        <pc:sldLayoutChg chg="add del mod replId">
          <pc:chgData name="Guest User" userId="" providerId="Windows Live" clId="Web-{4BF4EAFC-1B49-1A6F-E8F2-EF4A84EAA39A}" dt="2025-08-10T15:05:45.701" v="4"/>
          <pc:sldLayoutMkLst>
            <pc:docMk/>
            <pc:sldMasterMk cId="2677376586" sldId="2147483810"/>
            <pc:sldLayoutMk cId="2446240696" sldId="2147483818"/>
          </pc:sldLayoutMkLst>
        </pc:sldLayoutChg>
        <pc:sldLayoutChg chg="add del mod replId">
          <pc:chgData name="Guest User" userId="" providerId="Windows Live" clId="Web-{4BF4EAFC-1B49-1A6F-E8F2-EF4A84EAA39A}" dt="2025-08-10T15:05:45.701" v="4"/>
          <pc:sldLayoutMkLst>
            <pc:docMk/>
            <pc:sldMasterMk cId="2677376586" sldId="2147483810"/>
            <pc:sldLayoutMk cId="2502152641" sldId="2147483819"/>
          </pc:sldLayoutMkLst>
        </pc:sldLayoutChg>
        <pc:sldLayoutChg chg="add del mod replId">
          <pc:chgData name="Guest User" userId="" providerId="Windows Live" clId="Web-{4BF4EAFC-1B49-1A6F-E8F2-EF4A84EAA39A}" dt="2025-08-10T15:05:45.701" v="4"/>
          <pc:sldLayoutMkLst>
            <pc:docMk/>
            <pc:sldMasterMk cId="2677376586" sldId="2147483810"/>
            <pc:sldLayoutMk cId="1392207212" sldId="2147483820"/>
          </pc:sldLayoutMkLst>
        </pc:sldLayoutChg>
        <pc:sldLayoutChg chg="add del mod replId">
          <pc:chgData name="Guest User" userId="" providerId="Windows Live" clId="Web-{4BF4EAFC-1B49-1A6F-E8F2-EF4A84EAA39A}" dt="2025-08-10T15:05:45.701" v="4"/>
          <pc:sldLayoutMkLst>
            <pc:docMk/>
            <pc:sldMasterMk cId="2677376586" sldId="2147483810"/>
            <pc:sldLayoutMk cId="3992202004" sldId="2147483821"/>
          </pc:sldLayoutMkLst>
        </pc:sldLayoutChg>
        <pc:sldLayoutChg chg="add del mod replId">
          <pc:chgData name="Guest User" userId="" providerId="Windows Live" clId="Web-{4BF4EAFC-1B49-1A6F-E8F2-EF4A84EAA39A}" dt="2025-08-10T15:05:45.701" v="4"/>
          <pc:sldLayoutMkLst>
            <pc:docMk/>
            <pc:sldMasterMk cId="2677376586" sldId="2147483810"/>
            <pc:sldLayoutMk cId="2214187147" sldId="2147483822"/>
          </pc:sldLayoutMkLst>
        </pc:sldLayoutChg>
        <pc:sldLayoutChg chg="add del mod replId">
          <pc:chgData name="Guest User" userId="" providerId="Windows Live" clId="Web-{4BF4EAFC-1B49-1A6F-E8F2-EF4A84EAA39A}" dt="2025-08-10T15:05:45.701" v="4"/>
          <pc:sldLayoutMkLst>
            <pc:docMk/>
            <pc:sldMasterMk cId="2677376586" sldId="2147483810"/>
            <pc:sldLayoutMk cId="2446504887" sldId="2147483823"/>
          </pc:sldLayoutMkLst>
        </pc:sldLayoutChg>
        <pc:sldLayoutChg chg="add del mod replId">
          <pc:chgData name="Guest User" userId="" providerId="Windows Live" clId="Web-{4BF4EAFC-1B49-1A6F-E8F2-EF4A84EAA39A}" dt="2025-08-10T15:05:45.701" v="4"/>
          <pc:sldLayoutMkLst>
            <pc:docMk/>
            <pc:sldMasterMk cId="2677376586" sldId="2147483810"/>
            <pc:sldLayoutMk cId="3187971221" sldId="2147483824"/>
          </pc:sldLayoutMkLst>
        </pc:sldLayoutChg>
        <pc:sldLayoutChg chg="add del mod replId">
          <pc:chgData name="Guest User" userId="" providerId="Windows Live" clId="Web-{4BF4EAFC-1B49-1A6F-E8F2-EF4A84EAA39A}" dt="2025-08-10T15:05:45.701" v="4"/>
          <pc:sldLayoutMkLst>
            <pc:docMk/>
            <pc:sldMasterMk cId="2677376586" sldId="2147483810"/>
            <pc:sldLayoutMk cId="3419571664" sldId="2147483825"/>
          </pc:sldLayoutMkLst>
        </pc:sldLayoutChg>
        <pc:sldLayoutChg chg="add del mod replId">
          <pc:chgData name="Guest User" userId="" providerId="Windows Live" clId="Web-{4BF4EAFC-1B49-1A6F-E8F2-EF4A84EAA39A}" dt="2025-08-10T15:05:45.701" v="4"/>
          <pc:sldLayoutMkLst>
            <pc:docMk/>
            <pc:sldMasterMk cId="2677376586" sldId="2147483810"/>
            <pc:sldLayoutMk cId="191334059" sldId="2147483826"/>
          </pc:sldLayoutMkLst>
        </pc:sldLayoutChg>
      </pc:sldMasterChg>
      <pc:sldMasterChg chg="add del addSldLayout delSldLayout modSldLayout">
        <pc:chgData name="Guest User" userId="" providerId="Windows Live" clId="Web-{4BF4EAFC-1B49-1A6F-E8F2-EF4A84EAA39A}" dt="2025-08-10T15:05:57.373" v="5"/>
        <pc:sldMasterMkLst>
          <pc:docMk/>
          <pc:sldMasterMk cId="3980679497" sldId="2147483827"/>
        </pc:sldMasterMkLst>
        <pc:sldLayoutChg chg="add del mod replId">
          <pc:chgData name="Guest User" userId="" providerId="Windows Live" clId="Web-{4BF4EAFC-1B49-1A6F-E8F2-EF4A84EAA39A}" dt="2025-08-10T15:05:57.373" v="5"/>
          <pc:sldLayoutMkLst>
            <pc:docMk/>
            <pc:sldMasterMk cId="3980679497" sldId="2147483827"/>
            <pc:sldLayoutMk cId="3731157181" sldId="2147483828"/>
          </pc:sldLayoutMkLst>
        </pc:sldLayoutChg>
        <pc:sldLayoutChg chg="add del mod replId">
          <pc:chgData name="Guest User" userId="" providerId="Windows Live" clId="Web-{4BF4EAFC-1B49-1A6F-E8F2-EF4A84EAA39A}" dt="2025-08-10T15:05:57.373" v="5"/>
          <pc:sldLayoutMkLst>
            <pc:docMk/>
            <pc:sldMasterMk cId="3980679497" sldId="2147483827"/>
            <pc:sldLayoutMk cId="753803052" sldId="2147483829"/>
          </pc:sldLayoutMkLst>
        </pc:sldLayoutChg>
        <pc:sldLayoutChg chg="add del mod replId">
          <pc:chgData name="Guest User" userId="" providerId="Windows Live" clId="Web-{4BF4EAFC-1B49-1A6F-E8F2-EF4A84EAA39A}" dt="2025-08-10T15:05:57.373" v="5"/>
          <pc:sldLayoutMkLst>
            <pc:docMk/>
            <pc:sldMasterMk cId="3980679497" sldId="2147483827"/>
            <pc:sldLayoutMk cId="3733385699" sldId="2147483830"/>
          </pc:sldLayoutMkLst>
        </pc:sldLayoutChg>
        <pc:sldLayoutChg chg="add del mod replId">
          <pc:chgData name="Guest User" userId="" providerId="Windows Live" clId="Web-{4BF4EAFC-1B49-1A6F-E8F2-EF4A84EAA39A}" dt="2025-08-10T15:05:57.373" v="5"/>
          <pc:sldLayoutMkLst>
            <pc:docMk/>
            <pc:sldMasterMk cId="3980679497" sldId="2147483827"/>
            <pc:sldLayoutMk cId="1869746542" sldId="2147483831"/>
          </pc:sldLayoutMkLst>
        </pc:sldLayoutChg>
        <pc:sldLayoutChg chg="add del mod replId">
          <pc:chgData name="Guest User" userId="" providerId="Windows Live" clId="Web-{4BF4EAFC-1B49-1A6F-E8F2-EF4A84EAA39A}" dt="2025-08-10T15:05:57.373" v="5"/>
          <pc:sldLayoutMkLst>
            <pc:docMk/>
            <pc:sldMasterMk cId="3980679497" sldId="2147483827"/>
            <pc:sldLayoutMk cId="3030887784" sldId="2147483832"/>
          </pc:sldLayoutMkLst>
        </pc:sldLayoutChg>
        <pc:sldLayoutChg chg="add del mod replId">
          <pc:chgData name="Guest User" userId="" providerId="Windows Live" clId="Web-{4BF4EAFC-1B49-1A6F-E8F2-EF4A84EAA39A}" dt="2025-08-10T15:05:57.373" v="5"/>
          <pc:sldLayoutMkLst>
            <pc:docMk/>
            <pc:sldMasterMk cId="3980679497" sldId="2147483827"/>
            <pc:sldLayoutMk cId="3475005075" sldId="2147483833"/>
          </pc:sldLayoutMkLst>
        </pc:sldLayoutChg>
        <pc:sldLayoutChg chg="add del mod replId">
          <pc:chgData name="Guest User" userId="" providerId="Windows Live" clId="Web-{4BF4EAFC-1B49-1A6F-E8F2-EF4A84EAA39A}" dt="2025-08-10T15:05:57.373" v="5"/>
          <pc:sldLayoutMkLst>
            <pc:docMk/>
            <pc:sldMasterMk cId="3980679497" sldId="2147483827"/>
            <pc:sldLayoutMk cId="3177101480" sldId="2147483834"/>
          </pc:sldLayoutMkLst>
        </pc:sldLayoutChg>
        <pc:sldLayoutChg chg="add del mod replId">
          <pc:chgData name="Guest User" userId="" providerId="Windows Live" clId="Web-{4BF4EAFC-1B49-1A6F-E8F2-EF4A84EAA39A}" dt="2025-08-10T15:05:57.373" v="5"/>
          <pc:sldLayoutMkLst>
            <pc:docMk/>
            <pc:sldMasterMk cId="3980679497" sldId="2147483827"/>
            <pc:sldLayoutMk cId="2667186460" sldId="2147483835"/>
          </pc:sldLayoutMkLst>
        </pc:sldLayoutChg>
        <pc:sldLayoutChg chg="add del mod replId">
          <pc:chgData name="Guest User" userId="" providerId="Windows Live" clId="Web-{4BF4EAFC-1B49-1A6F-E8F2-EF4A84EAA39A}" dt="2025-08-10T15:05:57.373" v="5"/>
          <pc:sldLayoutMkLst>
            <pc:docMk/>
            <pc:sldMasterMk cId="3980679497" sldId="2147483827"/>
            <pc:sldLayoutMk cId="3923613663" sldId="2147483836"/>
          </pc:sldLayoutMkLst>
        </pc:sldLayoutChg>
        <pc:sldLayoutChg chg="add del mod replId">
          <pc:chgData name="Guest User" userId="" providerId="Windows Live" clId="Web-{4BF4EAFC-1B49-1A6F-E8F2-EF4A84EAA39A}" dt="2025-08-10T15:05:57.373" v="5"/>
          <pc:sldLayoutMkLst>
            <pc:docMk/>
            <pc:sldMasterMk cId="3980679497" sldId="2147483827"/>
            <pc:sldLayoutMk cId="2270829439" sldId="2147483837"/>
          </pc:sldLayoutMkLst>
        </pc:sldLayoutChg>
        <pc:sldLayoutChg chg="add del mod replId">
          <pc:chgData name="Guest User" userId="" providerId="Windows Live" clId="Web-{4BF4EAFC-1B49-1A6F-E8F2-EF4A84EAA39A}" dt="2025-08-10T15:05:57.373" v="5"/>
          <pc:sldLayoutMkLst>
            <pc:docMk/>
            <pc:sldMasterMk cId="3980679497" sldId="2147483827"/>
            <pc:sldLayoutMk cId="1141052450" sldId="2147483838"/>
          </pc:sldLayoutMkLst>
        </pc:sldLayoutChg>
        <pc:sldLayoutChg chg="add del mod replId">
          <pc:chgData name="Guest User" userId="" providerId="Windows Live" clId="Web-{4BF4EAFC-1B49-1A6F-E8F2-EF4A84EAA39A}" dt="2025-08-10T15:05:57.373" v="5"/>
          <pc:sldLayoutMkLst>
            <pc:docMk/>
            <pc:sldMasterMk cId="3980679497" sldId="2147483827"/>
            <pc:sldLayoutMk cId="3466502117" sldId="2147483839"/>
          </pc:sldLayoutMkLst>
        </pc:sldLayoutChg>
        <pc:sldLayoutChg chg="add del mod replId">
          <pc:chgData name="Guest User" userId="" providerId="Windows Live" clId="Web-{4BF4EAFC-1B49-1A6F-E8F2-EF4A84EAA39A}" dt="2025-08-10T15:05:57.373" v="5"/>
          <pc:sldLayoutMkLst>
            <pc:docMk/>
            <pc:sldMasterMk cId="3980679497" sldId="2147483827"/>
            <pc:sldLayoutMk cId="3264294008" sldId="2147483840"/>
          </pc:sldLayoutMkLst>
        </pc:sldLayoutChg>
        <pc:sldLayoutChg chg="add del mod replId">
          <pc:chgData name="Guest User" userId="" providerId="Windows Live" clId="Web-{4BF4EAFC-1B49-1A6F-E8F2-EF4A84EAA39A}" dt="2025-08-10T15:05:57.373" v="5"/>
          <pc:sldLayoutMkLst>
            <pc:docMk/>
            <pc:sldMasterMk cId="3980679497" sldId="2147483827"/>
            <pc:sldLayoutMk cId="1299694764" sldId="2147483841"/>
          </pc:sldLayoutMkLst>
        </pc:sldLayoutChg>
        <pc:sldLayoutChg chg="add del mod replId">
          <pc:chgData name="Guest User" userId="" providerId="Windows Live" clId="Web-{4BF4EAFC-1B49-1A6F-E8F2-EF4A84EAA39A}" dt="2025-08-10T15:05:57.373" v="5"/>
          <pc:sldLayoutMkLst>
            <pc:docMk/>
            <pc:sldMasterMk cId="3980679497" sldId="2147483827"/>
            <pc:sldLayoutMk cId="460088121" sldId="2147483842"/>
          </pc:sldLayoutMkLst>
        </pc:sldLayoutChg>
        <pc:sldLayoutChg chg="add del mod replId">
          <pc:chgData name="Guest User" userId="" providerId="Windows Live" clId="Web-{4BF4EAFC-1B49-1A6F-E8F2-EF4A84EAA39A}" dt="2025-08-10T15:05:57.373" v="5"/>
          <pc:sldLayoutMkLst>
            <pc:docMk/>
            <pc:sldMasterMk cId="3980679497" sldId="2147483827"/>
            <pc:sldLayoutMk cId="1553385114" sldId="2147483843"/>
          </pc:sldLayoutMkLst>
        </pc:sldLayoutChg>
      </pc:sldMasterChg>
      <pc:sldMasterChg chg="add del addSldLayout delSldLayout modSldLayout">
        <pc:chgData name="Guest User" userId="" providerId="Windows Live" clId="Web-{4BF4EAFC-1B49-1A6F-E8F2-EF4A84EAA39A}" dt="2025-08-10T15:06:45.452" v="6"/>
        <pc:sldMasterMkLst>
          <pc:docMk/>
          <pc:sldMasterMk cId="1424534840" sldId="2147483844"/>
        </pc:sldMasterMkLst>
        <pc:sldLayoutChg chg="add del mod replId">
          <pc:chgData name="Guest User" userId="" providerId="Windows Live" clId="Web-{4BF4EAFC-1B49-1A6F-E8F2-EF4A84EAA39A}" dt="2025-08-10T15:06:45.452" v="6"/>
          <pc:sldLayoutMkLst>
            <pc:docMk/>
            <pc:sldMasterMk cId="1424534840" sldId="2147483844"/>
            <pc:sldLayoutMk cId="601651407" sldId="2147483845"/>
          </pc:sldLayoutMkLst>
        </pc:sldLayoutChg>
        <pc:sldLayoutChg chg="add del mod replId">
          <pc:chgData name="Guest User" userId="" providerId="Windows Live" clId="Web-{4BF4EAFC-1B49-1A6F-E8F2-EF4A84EAA39A}" dt="2025-08-10T15:06:45.452" v="6"/>
          <pc:sldLayoutMkLst>
            <pc:docMk/>
            <pc:sldMasterMk cId="1424534840" sldId="2147483844"/>
            <pc:sldLayoutMk cId="426140775" sldId="2147483846"/>
          </pc:sldLayoutMkLst>
        </pc:sldLayoutChg>
        <pc:sldLayoutChg chg="add del mod replId">
          <pc:chgData name="Guest User" userId="" providerId="Windows Live" clId="Web-{4BF4EAFC-1B49-1A6F-E8F2-EF4A84EAA39A}" dt="2025-08-10T15:06:45.452" v="6"/>
          <pc:sldLayoutMkLst>
            <pc:docMk/>
            <pc:sldMasterMk cId="1424534840" sldId="2147483844"/>
            <pc:sldLayoutMk cId="2586547090" sldId="2147483847"/>
          </pc:sldLayoutMkLst>
        </pc:sldLayoutChg>
        <pc:sldLayoutChg chg="add del mod replId">
          <pc:chgData name="Guest User" userId="" providerId="Windows Live" clId="Web-{4BF4EAFC-1B49-1A6F-E8F2-EF4A84EAA39A}" dt="2025-08-10T15:06:45.452" v="6"/>
          <pc:sldLayoutMkLst>
            <pc:docMk/>
            <pc:sldMasterMk cId="1424534840" sldId="2147483844"/>
            <pc:sldLayoutMk cId="204961995" sldId="2147483848"/>
          </pc:sldLayoutMkLst>
        </pc:sldLayoutChg>
        <pc:sldLayoutChg chg="add del mod replId">
          <pc:chgData name="Guest User" userId="" providerId="Windows Live" clId="Web-{4BF4EAFC-1B49-1A6F-E8F2-EF4A84EAA39A}" dt="2025-08-10T15:06:45.452" v="6"/>
          <pc:sldLayoutMkLst>
            <pc:docMk/>
            <pc:sldMasterMk cId="1424534840" sldId="2147483844"/>
            <pc:sldLayoutMk cId="3625644897" sldId="2147483849"/>
          </pc:sldLayoutMkLst>
        </pc:sldLayoutChg>
        <pc:sldLayoutChg chg="add del mod replId">
          <pc:chgData name="Guest User" userId="" providerId="Windows Live" clId="Web-{4BF4EAFC-1B49-1A6F-E8F2-EF4A84EAA39A}" dt="2025-08-10T15:06:45.452" v="6"/>
          <pc:sldLayoutMkLst>
            <pc:docMk/>
            <pc:sldMasterMk cId="1424534840" sldId="2147483844"/>
            <pc:sldLayoutMk cId="3202509732" sldId="2147483850"/>
          </pc:sldLayoutMkLst>
        </pc:sldLayoutChg>
        <pc:sldLayoutChg chg="add del mod replId">
          <pc:chgData name="Guest User" userId="" providerId="Windows Live" clId="Web-{4BF4EAFC-1B49-1A6F-E8F2-EF4A84EAA39A}" dt="2025-08-10T15:06:45.452" v="6"/>
          <pc:sldLayoutMkLst>
            <pc:docMk/>
            <pc:sldMasterMk cId="1424534840" sldId="2147483844"/>
            <pc:sldLayoutMk cId="1190380609" sldId="2147483851"/>
          </pc:sldLayoutMkLst>
        </pc:sldLayoutChg>
        <pc:sldLayoutChg chg="add del mod replId">
          <pc:chgData name="Guest User" userId="" providerId="Windows Live" clId="Web-{4BF4EAFC-1B49-1A6F-E8F2-EF4A84EAA39A}" dt="2025-08-10T15:06:45.452" v="6"/>
          <pc:sldLayoutMkLst>
            <pc:docMk/>
            <pc:sldMasterMk cId="1424534840" sldId="2147483844"/>
            <pc:sldLayoutMk cId="1584963177" sldId="2147483852"/>
          </pc:sldLayoutMkLst>
        </pc:sldLayoutChg>
        <pc:sldLayoutChg chg="add del mod replId">
          <pc:chgData name="Guest User" userId="" providerId="Windows Live" clId="Web-{4BF4EAFC-1B49-1A6F-E8F2-EF4A84EAA39A}" dt="2025-08-10T15:06:45.452" v="6"/>
          <pc:sldLayoutMkLst>
            <pc:docMk/>
            <pc:sldMasterMk cId="1424534840" sldId="2147483844"/>
            <pc:sldLayoutMk cId="2742899919" sldId="2147483853"/>
          </pc:sldLayoutMkLst>
        </pc:sldLayoutChg>
        <pc:sldLayoutChg chg="add del mod replId">
          <pc:chgData name="Guest User" userId="" providerId="Windows Live" clId="Web-{4BF4EAFC-1B49-1A6F-E8F2-EF4A84EAA39A}" dt="2025-08-10T15:06:45.452" v="6"/>
          <pc:sldLayoutMkLst>
            <pc:docMk/>
            <pc:sldMasterMk cId="1424534840" sldId="2147483844"/>
            <pc:sldLayoutMk cId="1750289676" sldId="2147483854"/>
          </pc:sldLayoutMkLst>
        </pc:sldLayoutChg>
        <pc:sldLayoutChg chg="add del mod replId">
          <pc:chgData name="Guest User" userId="" providerId="Windows Live" clId="Web-{4BF4EAFC-1B49-1A6F-E8F2-EF4A84EAA39A}" dt="2025-08-10T15:06:45.452" v="6"/>
          <pc:sldLayoutMkLst>
            <pc:docMk/>
            <pc:sldMasterMk cId="1424534840" sldId="2147483844"/>
            <pc:sldLayoutMk cId="1500623263" sldId="2147483855"/>
          </pc:sldLayoutMkLst>
        </pc:sldLayoutChg>
        <pc:sldLayoutChg chg="add del mod replId">
          <pc:chgData name="Guest User" userId="" providerId="Windows Live" clId="Web-{4BF4EAFC-1B49-1A6F-E8F2-EF4A84EAA39A}" dt="2025-08-10T15:06:45.452" v="6"/>
          <pc:sldLayoutMkLst>
            <pc:docMk/>
            <pc:sldMasterMk cId="1424534840" sldId="2147483844"/>
            <pc:sldLayoutMk cId="1140771765" sldId="2147483856"/>
          </pc:sldLayoutMkLst>
        </pc:sldLayoutChg>
        <pc:sldLayoutChg chg="add del mod replId">
          <pc:chgData name="Guest User" userId="" providerId="Windows Live" clId="Web-{4BF4EAFC-1B49-1A6F-E8F2-EF4A84EAA39A}" dt="2025-08-10T15:06:45.452" v="6"/>
          <pc:sldLayoutMkLst>
            <pc:docMk/>
            <pc:sldMasterMk cId="1424534840" sldId="2147483844"/>
            <pc:sldLayoutMk cId="2727772209" sldId="2147483857"/>
          </pc:sldLayoutMkLst>
        </pc:sldLayoutChg>
        <pc:sldLayoutChg chg="add del mod replId">
          <pc:chgData name="Guest User" userId="" providerId="Windows Live" clId="Web-{4BF4EAFC-1B49-1A6F-E8F2-EF4A84EAA39A}" dt="2025-08-10T15:06:45.452" v="6"/>
          <pc:sldLayoutMkLst>
            <pc:docMk/>
            <pc:sldMasterMk cId="1424534840" sldId="2147483844"/>
            <pc:sldLayoutMk cId="2728538573" sldId="2147483858"/>
          </pc:sldLayoutMkLst>
        </pc:sldLayoutChg>
        <pc:sldLayoutChg chg="add del mod replId">
          <pc:chgData name="Guest User" userId="" providerId="Windows Live" clId="Web-{4BF4EAFC-1B49-1A6F-E8F2-EF4A84EAA39A}" dt="2025-08-10T15:06:45.452" v="6"/>
          <pc:sldLayoutMkLst>
            <pc:docMk/>
            <pc:sldMasterMk cId="1424534840" sldId="2147483844"/>
            <pc:sldLayoutMk cId="2377918056" sldId="2147483859"/>
          </pc:sldLayoutMkLst>
        </pc:sldLayoutChg>
        <pc:sldLayoutChg chg="add del mod replId">
          <pc:chgData name="Guest User" userId="" providerId="Windows Live" clId="Web-{4BF4EAFC-1B49-1A6F-E8F2-EF4A84EAA39A}" dt="2025-08-10T15:06:45.452" v="6"/>
          <pc:sldLayoutMkLst>
            <pc:docMk/>
            <pc:sldMasterMk cId="1424534840" sldId="2147483844"/>
            <pc:sldLayoutMk cId="936704298" sldId="2147483860"/>
          </pc:sldLayoutMkLst>
        </pc:sldLayoutChg>
      </pc:sldMasterChg>
      <pc:sldMasterChg chg="add del addSldLayout delSldLayout modSldLayout">
        <pc:chgData name="Guest User" userId="" providerId="Windows Live" clId="Web-{4BF4EAFC-1B49-1A6F-E8F2-EF4A84EAA39A}" dt="2025-08-10T15:07:26.936" v="7"/>
        <pc:sldMasterMkLst>
          <pc:docMk/>
          <pc:sldMasterMk cId="3311652677" sldId="2147483861"/>
        </pc:sldMasterMkLst>
        <pc:sldLayoutChg chg="add del mod replId">
          <pc:chgData name="Guest User" userId="" providerId="Windows Live" clId="Web-{4BF4EAFC-1B49-1A6F-E8F2-EF4A84EAA39A}" dt="2025-08-10T15:07:26.936" v="7"/>
          <pc:sldLayoutMkLst>
            <pc:docMk/>
            <pc:sldMasterMk cId="3311652677" sldId="2147483861"/>
            <pc:sldLayoutMk cId="1166133183" sldId="2147483862"/>
          </pc:sldLayoutMkLst>
        </pc:sldLayoutChg>
        <pc:sldLayoutChg chg="add del mod replId">
          <pc:chgData name="Guest User" userId="" providerId="Windows Live" clId="Web-{4BF4EAFC-1B49-1A6F-E8F2-EF4A84EAA39A}" dt="2025-08-10T15:07:26.936" v="7"/>
          <pc:sldLayoutMkLst>
            <pc:docMk/>
            <pc:sldMasterMk cId="3311652677" sldId="2147483861"/>
            <pc:sldLayoutMk cId="1233094648" sldId="2147483863"/>
          </pc:sldLayoutMkLst>
        </pc:sldLayoutChg>
        <pc:sldLayoutChg chg="add del mod replId">
          <pc:chgData name="Guest User" userId="" providerId="Windows Live" clId="Web-{4BF4EAFC-1B49-1A6F-E8F2-EF4A84EAA39A}" dt="2025-08-10T15:07:26.936" v="7"/>
          <pc:sldLayoutMkLst>
            <pc:docMk/>
            <pc:sldMasterMk cId="3311652677" sldId="2147483861"/>
            <pc:sldLayoutMk cId="3673710571" sldId="2147483864"/>
          </pc:sldLayoutMkLst>
        </pc:sldLayoutChg>
        <pc:sldLayoutChg chg="add del mod replId">
          <pc:chgData name="Guest User" userId="" providerId="Windows Live" clId="Web-{4BF4EAFC-1B49-1A6F-E8F2-EF4A84EAA39A}" dt="2025-08-10T15:07:26.936" v="7"/>
          <pc:sldLayoutMkLst>
            <pc:docMk/>
            <pc:sldMasterMk cId="3311652677" sldId="2147483861"/>
            <pc:sldLayoutMk cId="2298764343" sldId="2147483865"/>
          </pc:sldLayoutMkLst>
        </pc:sldLayoutChg>
        <pc:sldLayoutChg chg="add del mod replId">
          <pc:chgData name="Guest User" userId="" providerId="Windows Live" clId="Web-{4BF4EAFC-1B49-1A6F-E8F2-EF4A84EAA39A}" dt="2025-08-10T15:07:26.936" v="7"/>
          <pc:sldLayoutMkLst>
            <pc:docMk/>
            <pc:sldMasterMk cId="3311652677" sldId="2147483861"/>
            <pc:sldLayoutMk cId="3662879888" sldId="2147483866"/>
          </pc:sldLayoutMkLst>
        </pc:sldLayoutChg>
        <pc:sldLayoutChg chg="add del mod replId">
          <pc:chgData name="Guest User" userId="" providerId="Windows Live" clId="Web-{4BF4EAFC-1B49-1A6F-E8F2-EF4A84EAA39A}" dt="2025-08-10T15:07:26.936" v="7"/>
          <pc:sldLayoutMkLst>
            <pc:docMk/>
            <pc:sldMasterMk cId="3311652677" sldId="2147483861"/>
            <pc:sldLayoutMk cId="3678777852" sldId="2147483867"/>
          </pc:sldLayoutMkLst>
        </pc:sldLayoutChg>
        <pc:sldLayoutChg chg="add del mod replId">
          <pc:chgData name="Guest User" userId="" providerId="Windows Live" clId="Web-{4BF4EAFC-1B49-1A6F-E8F2-EF4A84EAA39A}" dt="2025-08-10T15:07:26.936" v="7"/>
          <pc:sldLayoutMkLst>
            <pc:docMk/>
            <pc:sldMasterMk cId="3311652677" sldId="2147483861"/>
            <pc:sldLayoutMk cId="318299190" sldId="2147483868"/>
          </pc:sldLayoutMkLst>
        </pc:sldLayoutChg>
        <pc:sldLayoutChg chg="add del mod replId">
          <pc:chgData name="Guest User" userId="" providerId="Windows Live" clId="Web-{4BF4EAFC-1B49-1A6F-E8F2-EF4A84EAA39A}" dt="2025-08-10T15:07:26.936" v="7"/>
          <pc:sldLayoutMkLst>
            <pc:docMk/>
            <pc:sldMasterMk cId="3311652677" sldId="2147483861"/>
            <pc:sldLayoutMk cId="298413044" sldId="2147483869"/>
          </pc:sldLayoutMkLst>
        </pc:sldLayoutChg>
        <pc:sldLayoutChg chg="add del mod replId">
          <pc:chgData name="Guest User" userId="" providerId="Windows Live" clId="Web-{4BF4EAFC-1B49-1A6F-E8F2-EF4A84EAA39A}" dt="2025-08-10T15:07:26.936" v="7"/>
          <pc:sldLayoutMkLst>
            <pc:docMk/>
            <pc:sldMasterMk cId="3311652677" sldId="2147483861"/>
            <pc:sldLayoutMk cId="110980141" sldId="2147483870"/>
          </pc:sldLayoutMkLst>
        </pc:sldLayoutChg>
        <pc:sldLayoutChg chg="add del mod replId">
          <pc:chgData name="Guest User" userId="" providerId="Windows Live" clId="Web-{4BF4EAFC-1B49-1A6F-E8F2-EF4A84EAA39A}" dt="2025-08-10T15:07:26.936" v="7"/>
          <pc:sldLayoutMkLst>
            <pc:docMk/>
            <pc:sldMasterMk cId="3311652677" sldId="2147483861"/>
            <pc:sldLayoutMk cId="4215880442" sldId="2147483871"/>
          </pc:sldLayoutMkLst>
        </pc:sldLayoutChg>
        <pc:sldLayoutChg chg="add del mod replId">
          <pc:chgData name="Guest User" userId="" providerId="Windows Live" clId="Web-{4BF4EAFC-1B49-1A6F-E8F2-EF4A84EAA39A}" dt="2025-08-10T15:07:26.936" v="7"/>
          <pc:sldLayoutMkLst>
            <pc:docMk/>
            <pc:sldMasterMk cId="3311652677" sldId="2147483861"/>
            <pc:sldLayoutMk cId="3359147129" sldId="2147483872"/>
          </pc:sldLayoutMkLst>
        </pc:sldLayoutChg>
      </pc:sldMasterChg>
      <pc:sldMasterChg chg="add del addSldLayout delSldLayout modSldLayout">
        <pc:chgData name="Guest User" userId="" providerId="Windows Live" clId="Web-{4BF4EAFC-1B49-1A6F-E8F2-EF4A84EAA39A}" dt="2025-08-10T15:08:33.686" v="8"/>
        <pc:sldMasterMkLst>
          <pc:docMk/>
          <pc:sldMasterMk cId="1286578483" sldId="2147483873"/>
        </pc:sldMasterMkLst>
        <pc:sldLayoutChg chg="add del mod replId">
          <pc:chgData name="Guest User" userId="" providerId="Windows Live" clId="Web-{4BF4EAFC-1B49-1A6F-E8F2-EF4A84EAA39A}" dt="2025-08-10T15:08:33.686" v="8"/>
          <pc:sldLayoutMkLst>
            <pc:docMk/>
            <pc:sldMasterMk cId="1286578483" sldId="2147483873"/>
            <pc:sldLayoutMk cId="31953686" sldId="2147483874"/>
          </pc:sldLayoutMkLst>
        </pc:sldLayoutChg>
        <pc:sldLayoutChg chg="add del mod replId">
          <pc:chgData name="Guest User" userId="" providerId="Windows Live" clId="Web-{4BF4EAFC-1B49-1A6F-E8F2-EF4A84EAA39A}" dt="2025-08-10T15:08:33.686" v="8"/>
          <pc:sldLayoutMkLst>
            <pc:docMk/>
            <pc:sldMasterMk cId="1286578483" sldId="2147483873"/>
            <pc:sldLayoutMk cId="3821239671" sldId="2147483875"/>
          </pc:sldLayoutMkLst>
        </pc:sldLayoutChg>
        <pc:sldLayoutChg chg="add del mod replId">
          <pc:chgData name="Guest User" userId="" providerId="Windows Live" clId="Web-{4BF4EAFC-1B49-1A6F-E8F2-EF4A84EAA39A}" dt="2025-08-10T15:08:33.686" v="8"/>
          <pc:sldLayoutMkLst>
            <pc:docMk/>
            <pc:sldMasterMk cId="1286578483" sldId="2147483873"/>
            <pc:sldLayoutMk cId="2695421484" sldId="2147483876"/>
          </pc:sldLayoutMkLst>
        </pc:sldLayoutChg>
        <pc:sldLayoutChg chg="add del mod replId">
          <pc:chgData name="Guest User" userId="" providerId="Windows Live" clId="Web-{4BF4EAFC-1B49-1A6F-E8F2-EF4A84EAA39A}" dt="2025-08-10T15:08:33.686" v="8"/>
          <pc:sldLayoutMkLst>
            <pc:docMk/>
            <pc:sldMasterMk cId="1286578483" sldId="2147483873"/>
            <pc:sldLayoutMk cId="919084897" sldId="2147483877"/>
          </pc:sldLayoutMkLst>
        </pc:sldLayoutChg>
        <pc:sldLayoutChg chg="add del mod replId">
          <pc:chgData name="Guest User" userId="" providerId="Windows Live" clId="Web-{4BF4EAFC-1B49-1A6F-E8F2-EF4A84EAA39A}" dt="2025-08-10T15:08:33.686" v="8"/>
          <pc:sldLayoutMkLst>
            <pc:docMk/>
            <pc:sldMasterMk cId="1286578483" sldId="2147483873"/>
            <pc:sldLayoutMk cId="3916151985" sldId="2147483878"/>
          </pc:sldLayoutMkLst>
        </pc:sldLayoutChg>
        <pc:sldLayoutChg chg="add del mod replId">
          <pc:chgData name="Guest User" userId="" providerId="Windows Live" clId="Web-{4BF4EAFC-1B49-1A6F-E8F2-EF4A84EAA39A}" dt="2025-08-10T15:08:33.686" v="8"/>
          <pc:sldLayoutMkLst>
            <pc:docMk/>
            <pc:sldMasterMk cId="1286578483" sldId="2147483873"/>
            <pc:sldLayoutMk cId="272768635" sldId="2147483879"/>
          </pc:sldLayoutMkLst>
        </pc:sldLayoutChg>
        <pc:sldLayoutChg chg="add del mod replId">
          <pc:chgData name="Guest User" userId="" providerId="Windows Live" clId="Web-{4BF4EAFC-1B49-1A6F-E8F2-EF4A84EAA39A}" dt="2025-08-10T15:08:33.686" v="8"/>
          <pc:sldLayoutMkLst>
            <pc:docMk/>
            <pc:sldMasterMk cId="1286578483" sldId="2147483873"/>
            <pc:sldLayoutMk cId="2640399972" sldId="2147483880"/>
          </pc:sldLayoutMkLst>
        </pc:sldLayoutChg>
        <pc:sldLayoutChg chg="add del mod replId">
          <pc:chgData name="Guest User" userId="" providerId="Windows Live" clId="Web-{4BF4EAFC-1B49-1A6F-E8F2-EF4A84EAA39A}" dt="2025-08-10T15:08:33.686" v="8"/>
          <pc:sldLayoutMkLst>
            <pc:docMk/>
            <pc:sldMasterMk cId="1286578483" sldId="2147483873"/>
            <pc:sldLayoutMk cId="3068551298" sldId="2147483881"/>
          </pc:sldLayoutMkLst>
        </pc:sldLayoutChg>
        <pc:sldLayoutChg chg="add del mod replId">
          <pc:chgData name="Guest User" userId="" providerId="Windows Live" clId="Web-{4BF4EAFC-1B49-1A6F-E8F2-EF4A84EAA39A}" dt="2025-08-10T15:08:33.686" v="8"/>
          <pc:sldLayoutMkLst>
            <pc:docMk/>
            <pc:sldMasterMk cId="1286578483" sldId="2147483873"/>
            <pc:sldLayoutMk cId="333324203" sldId="2147483882"/>
          </pc:sldLayoutMkLst>
        </pc:sldLayoutChg>
        <pc:sldLayoutChg chg="add del mod replId">
          <pc:chgData name="Guest User" userId="" providerId="Windows Live" clId="Web-{4BF4EAFC-1B49-1A6F-E8F2-EF4A84EAA39A}" dt="2025-08-10T15:08:33.686" v="8"/>
          <pc:sldLayoutMkLst>
            <pc:docMk/>
            <pc:sldMasterMk cId="1286578483" sldId="2147483873"/>
            <pc:sldLayoutMk cId="3152031441" sldId="2147483883"/>
          </pc:sldLayoutMkLst>
        </pc:sldLayoutChg>
        <pc:sldLayoutChg chg="add del mod replId">
          <pc:chgData name="Guest User" userId="" providerId="Windows Live" clId="Web-{4BF4EAFC-1B49-1A6F-E8F2-EF4A84EAA39A}" dt="2025-08-10T15:08:33.686" v="8"/>
          <pc:sldLayoutMkLst>
            <pc:docMk/>
            <pc:sldMasterMk cId="1286578483" sldId="2147483873"/>
            <pc:sldLayoutMk cId="1694889962" sldId="2147483884"/>
          </pc:sldLayoutMkLst>
        </pc:sldLayoutChg>
        <pc:sldLayoutChg chg="add del mod replId">
          <pc:chgData name="Guest User" userId="" providerId="Windows Live" clId="Web-{4BF4EAFC-1B49-1A6F-E8F2-EF4A84EAA39A}" dt="2025-08-10T15:08:33.686" v="8"/>
          <pc:sldLayoutMkLst>
            <pc:docMk/>
            <pc:sldMasterMk cId="1286578483" sldId="2147483873"/>
            <pc:sldLayoutMk cId="1030976940" sldId="2147483885"/>
          </pc:sldLayoutMkLst>
        </pc:sldLayoutChg>
        <pc:sldLayoutChg chg="add del mod replId">
          <pc:chgData name="Guest User" userId="" providerId="Windows Live" clId="Web-{4BF4EAFC-1B49-1A6F-E8F2-EF4A84EAA39A}" dt="2025-08-10T15:08:33.686" v="8"/>
          <pc:sldLayoutMkLst>
            <pc:docMk/>
            <pc:sldMasterMk cId="1286578483" sldId="2147483873"/>
            <pc:sldLayoutMk cId="620624442" sldId="2147483886"/>
          </pc:sldLayoutMkLst>
        </pc:sldLayoutChg>
        <pc:sldLayoutChg chg="add del mod replId">
          <pc:chgData name="Guest User" userId="" providerId="Windows Live" clId="Web-{4BF4EAFC-1B49-1A6F-E8F2-EF4A84EAA39A}" dt="2025-08-10T15:08:33.686" v="8"/>
          <pc:sldLayoutMkLst>
            <pc:docMk/>
            <pc:sldMasterMk cId="1286578483" sldId="2147483873"/>
            <pc:sldLayoutMk cId="1818458413" sldId="2147483887"/>
          </pc:sldLayoutMkLst>
        </pc:sldLayoutChg>
        <pc:sldLayoutChg chg="add del mod replId">
          <pc:chgData name="Guest User" userId="" providerId="Windows Live" clId="Web-{4BF4EAFC-1B49-1A6F-E8F2-EF4A84EAA39A}" dt="2025-08-10T15:08:33.686" v="8"/>
          <pc:sldLayoutMkLst>
            <pc:docMk/>
            <pc:sldMasterMk cId="1286578483" sldId="2147483873"/>
            <pc:sldLayoutMk cId="334975351" sldId="2147483888"/>
          </pc:sldLayoutMkLst>
        </pc:sldLayoutChg>
        <pc:sldLayoutChg chg="add del mod replId">
          <pc:chgData name="Guest User" userId="" providerId="Windows Live" clId="Web-{4BF4EAFC-1B49-1A6F-E8F2-EF4A84EAA39A}" dt="2025-08-10T15:08:33.686" v="8"/>
          <pc:sldLayoutMkLst>
            <pc:docMk/>
            <pc:sldMasterMk cId="1286578483" sldId="2147483873"/>
            <pc:sldLayoutMk cId="1589408529" sldId="2147483889"/>
          </pc:sldLayoutMkLst>
        </pc:sldLayoutChg>
        <pc:sldLayoutChg chg="add del mod replId">
          <pc:chgData name="Guest User" userId="" providerId="Windows Live" clId="Web-{4BF4EAFC-1B49-1A6F-E8F2-EF4A84EAA39A}" dt="2025-08-10T15:08:33.686" v="8"/>
          <pc:sldLayoutMkLst>
            <pc:docMk/>
            <pc:sldMasterMk cId="1286578483" sldId="2147483873"/>
            <pc:sldLayoutMk cId="3357602026" sldId="2147483890"/>
          </pc:sldLayoutMkLst>
        </pc:sldLayoutChg>
      </pc:sldMasterChg>
      <pc:sldMasterChg chg="add del addSldLayout delSldLayout modSldLayout">
        <pc:chgData name="Guest User" userId="" providerId="Windows Live" clId="Web-{4BF4EAFC-1B49-1A6F-E8F2-EF4A84EAA39A}" dt="2025-08-10T15:08:48.593" v="9"/>
        <pc:sldMasterMkLst>
          <pc:docMk/>
          <pc:sldMasterMk cId="3695139841" sldId="2147483891"/>
        </pc:sldMasterMkLst>
        <pc:sldLayoutChg chg="add del mod replId">
          <pc:chgData name="Guest User" userId="" providerId="Windows Live" clId="Web-{4BF4EAFC-1B49-1A6F-E8F2-EF4A84EAA39A}" dt="2025-08-10T15:08:48.593" v="9"/>
          <pc:sldLayoutMkLst>
            <pc:docMk/>
            <pc:sldMasterMk cId="3695139841" sldId="2147483891"/>
            <pc:sldLayoutMk cId="2287437101" sldId="2147483892"/>
          </pc:sldLayoutMkLst>
        </pc:sldLayoutChg>
        <pc:sldLayoutChg chg="add del mod replId">
          <pc:chgData name="Guest User" userId="" providerId="Windows Live" clId="Web-{4BF4EAFC-1B49-1A6F-E8F2-EF4A84EAA39A}" dt="2025-08-10T15:08:48.593" v="9"/>
          <pc:sldLayoutMkLst>
            <pc:docMk/>
            <pc:sldMasterMk cId="3695139841" sldId="2147483891"/>
            <pc:sldLayoutMk cId="484639376" sldId="2147483893"/>
          </pc:sldLayoutMkLst>
        </pc:sldLayoutChg>
        <pc:sldLayoutChg chg="add del mod replId">
          <pc:chgData name="Guest User" userId="" providerId="Windows Live" clId="Web-{4BF4EAFC-1B49-1A6F-E8F2-EF4A84EAA39A}" dt="2025-08-10T15:08:48.593" v="9"/>
          <pc:sldLayoutMkLst>
            <pc:docMk/>
            <pc:sldMasterMk cId="3695139841" sldId="2147483891"/>
            <pc:sldLayoutMk cId="3342354415" sldId="2147483894"/>
          </pc:sldLayoutMkLst>
        </pc:sldLayoutChg>
        <pc:sldLayoutChg chg="add del mod replId">
          <pc:chgData name="Guest User" userId="" providerId="Windows Live" clId="Web-{4BF4EAFC-1B49-1A6F-E8F2-EF4A84EAA39A}" dt="2025-08-10T15:08:48.593" v="9"/>
          <pc:sldLayoutMkLst>
            <pc:docMk/>
            <pc:sldMasterMk cId="3695139841" sldId="2147483891"/>
            <pc:sldLayoutMk cId="1051931940" sldId="2147483895"/>
          </pc:sldLayoutMkLst>
        </pc:sldLayoutChg>
        <pc:sldLayoutChg chg="add del mod replId">
          <pc:chgData name="Guest User" userId="" providerId="Windows Live" clId="Web-{4BF4EAFC-1B49-1A6F-E8F2-EF4A84EAA39A}" dt="2025-08-10T15:08:48.593" v="9"/>
          <pc:sldLayoutMkLst>
            <pc:docMk/>
            <pc:sldMasterMk cId="3695139841" sldId="2147483891"/>
            <pc:sldLayoutMk cId="2195149480" sldId="2147483896"/>
          </pc:sldLayoutMkLst>
        </pc:sldLayoutChg>
        <pc:sldLayoutChg chg="add del mod replId">
          <pc:chgData name="Guest User" userId="" providerId="Windows Live" clId="Web-{4BF4EAFC-1B49-1A6F-E8F2-EF4A84EAA39A}" dt="2025-08-10T15:08:48.593" v="9"/>
          <pc:sldLayoutMkLst>
            <pc:docMk/>
            <pc:sldMasterMk cId="3695139841" sldId="2147483891"/>
            <pc:sldLayoutMk cId="3571704690" sldId="2147483897"/>
          </pc:sldLayoutMkLst>
        </pc:sldLayoutChg>
        <pc:sldLayoutChg chg="add del mod replId">
          <pc:chgData name="Guest User" userId="" providerId="Windows Live" clId="Web-{4BF4EAFC-1B49-1A6F-E8F2-EF4A84EAA39A}" dt="2025-08-10T15:08:48.593" v="9"/>
          <pc:sldLayoutMkLst>
            <pc:docMk/>
            <pc:sldMasterMk cId="3695139841" sldId="2147483891"/>
            <pc:sldLayoutMk cId="3500600074" sldId="2147483898"/>
          </pc:sldLayoutMkLst>
        </pc:sldLayoutChg>
        <pc:sldLayoutChg chg="add del mod replId">
          <pc:chgData name="Guest User" userId="" providerId="Windows Live" clId="Web-{4BF4EAFC-1B49-1A6F-E8F2-EF4A84EAA39A}" dt="2025-08-10T15:08:48.593" v="9"/>
          <pc:sldLayoutMkLst>
            <pc:docMk/>
            <pc:sldMasterMk cId="3695139841" sldId="2147483891"/>
            <pc:sldLayoutMk cId="3511761221" sldId="2147483899"/>
          </pc:sldLayoutMkLst>
        </pc:sldLayoutChg>
        <pc:sldLayoutChg chg="add del mod replId">
          <pc:chgData name="Guest User" userId="" providerId="Windows Live" clId="Web-{4BF4EAFC-1B49-1A6F-E8F2-EF4A84EAA39A}" dt="2025-08-10T15:08:48.593" v="9"/>
          <pc:sldLayoutMkLst>
            <pc:docMk/>
            <pc:sldMasterMk cId="3695139841" sldId="2147483891"/>
            <pc:sldLayoutMk cId="3719222382" sldId="2147483900"/>
          </pc:sldLayoutMkLst>
        </pc:sldLayoutChg>
        <pc:sldLayoutChg chg="add del mod replId">
          <pc:chgData name="Guest User" userId="" providerId="Windows Live" clId="Web-{4BF4EAFC-1B49-1A6F-E8F2-EF4A84EAA39A}" dt="2025-08-10T15:08:48.593" v="9"/>
          <pc:sldLayoutMkLst>
            <pc:docMk/>
            <pc:sldMasterMk cId="3695139841" sldId="2147483891"/>
            <pc:sldLayoutMk cId="1445910400" sldId="2147483901"/>
          </pc:sldLayoutMkLst>
        </pc:sldLayoutChg>
        <pc:sldLayoutChg chg="add del mod replId">
          <pc:chgData name="Guest User" userId="" providerId="Windows Live" clId="Web-{4BF4EAFC-1B49-1A6F-E8F2-EF4A84EAA39A}" dt="2025-08-10T15:08:48.593" v="9"/>
          <pc:sldLayoutMkLst>
            <pc:docMk/>
            <pc:sldMasterMk cId="3695139841" sldId="2147483891"/>
            <pc:sldLayoutMk cId="3321696987" sldId="2147483902"/>
          </pc:sldLayoutMkLst>
        </pc:sldLayoutChg>
        <pc:sldLayoutChg chg="add del mod replId">
          <pc:chgData name="Guest User" userId="" providerId="Windows Live" clId="Web-{4BF4EAFC-1B49-1A6F-E8F2-EF4A84EAA39A}" dt="2025-08-10T15:08:48.593" v="9"/>
          <pc:sldLayoutMkLst>
            <pc:docMk/>
            <pc:sldMasterMk cId="3695139841" sldId="2147483891"/>
            <pc:sldLayoutMk cId="2408096014" sldId="2147483903"/>
          </pc:sldLayoutMkLst>
        </pc:sldLayoutChg>
        <pc:sldLayoutChg chg="add del mod replId">
          <pc:chgData name="Guest User" userId="" providerId="Windows Live" clId="Web-{4BF4EAFC-1B49-1A6F-E8F2-EF4A84EAA39A}" dt="2025-08-10T15:08:48.593" v="9"/>
          <pc:sldLayoutMkLst>
            <pc:docMk/>
            <pc:sldMasterMk cId="3695139841" sldId="2147483891"/>
            <pc:sldLayoutMk cId="2191481190" sldId="2147483904"/>
          </pc:sldLayoutMkLst>
        </pc:sldLayoutChg>
        <pc:sldLayoutChg chg="add del mod replId">
          <pc:chgData name="Guest User" userId="" providerId="Windows Live" clId="Web-{4BF4EAFC-1B49-1A6F-E8F2-EF4A84EAA39A}" dt="2025-08-10T15:08:48.593" v="9"/>
          <pc:sldLayoutMkLst>
            <pc:docMk/>
            <pc:sldMasterMk cId="3695139841" sldId="2147483891"/>
            <pc:sldLayoutMk cId="2309919775" sldId="2147483905"/>
          </pc:sldLayoutMkLst>
        </pc:sldLayoutChg>
        <pc:sldLayoutChg chg="add del mod replId">
          <pc:chgData name="Guest User" userId="" providerId="Windows Live" clId="Web-{4BF4EAFC-1B49-1A6F-E8F2-EF4A84EAA39A}" dt="2025-08-10T15:08:48.593" v="9"/>
          <pc:sldLayoutMkLst>
            <pc:docMk/>
            <pc:sldMasterMk cId="3695139841" sldId="2147483891"/>
            <pc:sldLayoutMk cId="1043984623" sldId="2147483906"/>
          </pc:sldLayoutMkLst>
        </pc:sldLayoutChg>
        <pc:sldLayoutChg chg="add del mod replId">
          <pc:chgData name="Guest User" userId="" providerId="Windows Live" clId="Web-{4BF4EAFC-1B49-1A6F-E8F2-EF4A84EAA39A}" dt="2025-08-10T15:08:48.593" v="9"/>
          <pc:sldLayoutMkLst>
            <pc:docMk/>
            <pc:sldMasterMk cId="3695139841" sldId="2147483891"/>
            <pc:sldLayoutMk cId="3813324634" sldId="2147483907"/>
          </pc:sldLayoutMkLst>
        </pc:sldLayoutChg>
        <pc:sldLayoutChg chg="add del mod replId">
          <pc:chgData name="Guest User" userId="" providerId="Windows Live" clId="Web-{4BF4EAFC-1B49-1A6F-E8F2-EF4A84EAA39A}" dt="2025-08-10T15:08:48.593" v="9"/>
          <pc:sldLayoutMkLst>
            <pc:docMk/>
            <pc:sldMasterMk cId="3695139841" sldId="2147483891"/>
            <pc:sldLayoutMk cId="711551781" sldId="2147483908"/>
          </pc:sldLayoutMkLst>
        </pc:sldLayoutChg>
      </pc:sldMasterChg>
      <pc:sldMasterChg chg="add addSldLayout modSldLayout">
        <pc:chgData name="Guest User" userId="" providerId="Windows Live" clId="Web-{4BF4EAFC-1B49-1A6F-E8F2-EF4A84EAA39A}" dt="2025-08-10T15:08:48.593" v="9"/>
        <pc:sldMasterMkLst>
          <pc:docMk/>
          <pc:sldMasterMk cId="413954834" sldId="2147483909"/>
        </pc:sldMasterMkLst>
        <pc:sldLayoutChg chg="add mod replId">
          <pc:chgData name="Guest User" userId="" providerId="Windows Live" clId="Web-{4BF4EAFC-1B49-1A6F-E8F2-EF4A84EAA39A}" dt="2025-08-10T15:08:48.593" v="9"/>
          <pc:sldLayoutMkLst>
            <pc:docMk/>
            <pc:sldMasterMk cId="413954834" sldId="2147483909"/>
            <pc:sldLayoutMk cId="3341638167" sldId="2147483910"/>
          </pc:sldLayoutMkLst>
        </pc:sldLayoutChg>
        <pc:sldLayoutChg chg="add mod replId">
          <pc:chgData name="Guest User" userId="" providerId="Windows Live" clId="Web-{4BF4EAFC-1B49-1A6F-E8F2-EF4A84EAA39A}" dt="2025-08-10T15:08:48.593" v="9"/>
          <pc:sldLayoutMkLst>
            <pc:docMk/>
            <pc:sldMasterMk cId="413954834" sldId="2147483909"/>
            <pc:sldLayoutMk cId="2732233361" sldId="2147483911"/>
          </pc:sldLayoutMkLst>
        </pc:sldLayoutChg>
        <pc:sldLayoutChg chg="add mod replId">
          <pc:chgData name="Guest User" userId="" providerId="Windows Live" clId="Web-{4BF4EAFC-1B49-1A6F-E8F2-EF4A84EAA39A}" dt="2025-08-10T15:08:48.593" v="9"/>
          <pc:sldLayoutMkLst>
            <pc:docMk/>
            <pc:sldMasterMk cId="413954834" sldId="2147483909"/>
            <pc:sldLayoutMk cId="3592500987" sldId="2147483912"/>
          </pc:sldLayoutMkLst>
        </pc:sldLayoutChg>
        <pc:sldLayoutChg chg="add mod replId">
          <pc:chgData name="Guest User" userId="" providerId="Windows Live" clId="Web-{4BF4EAFC-1B49-1A6F-E8F2-EF4A84EAA39A}" dt="2025-08-10T15:08:48.593" v="9"/>
          <pc:sldLayoutMkLst>
            <pc:docMk/>
            <pc:sldMasterMk cId="413954834" sldId="2147483909"/>
            <pc:sldLayoutMk cId="2653308996" sldId="2147483913"/>
          </pc:sldLayoutMkLst>
        </pc:sldLayoutChg>
        <pc:sldLayoutChg chg="add mod replId">
          <pc:chgData name="Guest User" userId="" providerId="Windows Live" clId="Web-{4BF4EAFC-1B49-1A6F-E8F2-EF4A84EAA39A}" dt="2025-08-10T15:08:48.593" v="9"/>
          <pc:sldLayoutMkLst>
            <pc:docMk/>
            <pc:sldMasterMk cId="413954834" sldId="2147483909"/>
            <pc:sldLayoutMk cId="2638074179" sldId="2147483914"/>
          </pc:sldLayoutMkLst>
        </pc:sldLayoutChg>
        <pc:sldLayoutChg chg="add mod replId">
          <pc:chgData name="Guest User" userId="" providerId="Windows Live" clId="Web-{4BF4EAFC-1B49-1A6F-E8F2-EF4A84EAA39A}" dt="2025-08-10T15:08:48.593" v="9"/>
          <pc:sldLayoutMkLst>
            <pc:docMk/>
            <pc:sldMasterMk cId="413954834" sldId="2147483909"/>
            <pc:sldLayoutMk cId="3767925169" sldId="2147483915"/>
          </pc:sldLayoutMkLst>
        </pc:sldLayoutChg>
        <pc:sldLayoutChg chg="add mod replId">
          <pc:chgData name="Guest User" userId="" providerId="Windows Live" clId="Web-{4BF4EAFC-1B49-1A6F-E8F2-EF4A84EAA39A}" dt="2025-08-10T15:08:48.593" v="9"/>
          <pc:sldLayoutMkLst>
            <pc:docMk/>
            <pc:sldMasterMk cId="413954834" sldId="2147483909"/>
            <pc:sldLayoutMk cId="2132633406" sldId="2147483916"/>
          </pc:sldLayoutMkLst>
        </pc:sldLayoutChg>
        <pc:sldLayoutChg chg="add mod replId">
          <pc:chgData name="Guest User" userId="" providerId="Windows Live" clId="Web-{4BF4EAFC-1B49-1A6F-E8F2-EF4A84EAA39A}" dt="2025-08-10T15:08:48.593" v="9"/>
          <pc:sldLayoutMkLst>
            <pc:docMk/>
            <pc:sldMasterMk cId="413954834" sldId="2147483909"/>
            <pc:sldLayoutMk cId="1836791169" sldId="2147483917"/>
          </pc:sldLayoutMkLst>
        </pc:sldLayoutChg>
        <pc:sldLayoutChg chg="add mod replId">
          <pc:chgData name="Guest User" userId="" providerId="Windows Live" clId="Web-{4BF4EAFC-1B49-1A6F-E8F2-EF4A84EAA39A}" dt="2025-08-10T15:08:48.593" v="9"/>
          <pc:sldLayoutMkLst>
            <pc:docMk/>
            <pc:sldMasterMk cId="413954834" sldId="2147483909"/>
            <pc:sldLayoutMk cId="3524039131" sldId="2147483918"/>
          </pc:sldLayoutMkLst>
        </pc:sldLayoutChg>
        <pc:sldLayoutChg chg="add mod replId">
          <pc:chgData name="Guest User" userId="" providerId="Windows Live" clId="Web-{4BF4EAFC-1B49-1A6F-E8F2-EF4A84EAA39A}" dt="2025-08-10T15:08:48.593" v="9"/>
          <pc:sldLayoutMkLst>
            <pc:docMk/>
            <pc:sldMasterMk cId="413954834" sldId="2147483909"/>
            <pc:sldLayoutMk cId="3256146421" sldId="2147483919"/>
          </pc:sldLayoutMkLst>
        </pc:sldLayoutChg>
        <pc:sldLayoutChg chg="add mod replId">
          <pc:chgData name="Guest User" userId="" providerId="Windows Live" clId="Web-{4BF4EAFC-1B49-1A6F-E8F2-EF4A84EAA39A}" dt="2025-08-10T15:08:48.593" v="9"/>
          <pc:sldLayoutMkLst>
            <pc:docMk/>
            <pc:sldMasterMk cId="413954834" sldId="2147483909"/>
            <pc:sldLayoutMk cId="1813015101" sldId="2147483920"/>
          </pc:sldLayoutMkLst>
        </pc:sldLayoutChg>
        <pc:sldLayoutChg chg="add mod replId">
          <pc:chgData name="Guest User" userId="" providerId="Windows Live" clId="Web-{4BF4EAFC-1B49-1A6F-E8F2-EF4A84EAA39A}" dt="2025-08-10T15:08:48.593" v="9"/>
          <pc:sldLayoutMkLst>
            <pc:docMk/>
            <pc:sldMasterMk cId="413954834" sldId="2147483909"/>
            <pc:sldLayoutMk cId="2277922408" sldId="2147483921"/>
          </pc:sldLayoutMkLst>
        </pc:sldLayoutChg>
        <pc:sldLayoutChg chg="add mod replId">
          <pc:chgData name="Guest User" userId="" providerId="Windows Live" clId="Web-{4BF4EAFC-1B49-1A6F-E8F2-EF4A84EAA39A}" dt="2025-08-10T15:08:48.593" v="9"/>
          <pc:sldLayoutMkLst>
            <pc:docMk/>
            <pc:sldMasterMk cId="413954834" sldId="2147483909"/>
            <pc:sldLayoutMk cId="4033710077" sldId="2147483922"/>
          </pc:sldLayoutMkLst>
        </pc:sldLayoutChg>
        <pc:sldLayoutChg chg="add mod replId">
          <pc:chgData name="Guest User" userId="" providerId="Windows Live" clId="Web-{4BF4EAFC-1B49-1A6F-E8F2-EF4A84EAA39A}" dt="2025-08-10T15:08:48.593" v="9"/>
          <pc:sldLayoutMkLst>
            <pc:docMk/>
            <pc:sldMasterMk cId="413954834" sldId="2147483909"/>
            <pc:sldLayoutMk cId="1695848534" sldId="2147483923"/>
          </pc:sldLayoutMkLst>
        </pc:sldLayoutChg>
        <pc:sldLayoutChg chg="add mod replId">
          <pc:chgData name="Guest User" userId="" providerId="Windows Live" clId="Web-{4BF4EAFC-1B49-1A6F-E8F2-EF4A84EAA39A}" dt="2025-08-10T15:08:48.593" v="9"/>
          <pc:sldLayoutMkLst>
            <pc:docMk/>
            <pc:sldMasterMk cId="413954834" sldId="2147483909"/>
            <pc:sldLayoutMk cId="3114719322" sldId="2147483924"/>
          </pc:sldLayoutMkLst>
        </pc:sldLayoutChg>
        <pc:sldLayoutChg chg="add mod replId">
          <pc:chgData name="Guest User" userId="" providerId="Windows Live" clId="Web-{4BF4EAFC-1B49-1A6F-E8F2-EF4A84EAA39A}" dt="2025-08-10T15:08:48.593" v="9"/>
          <pc:sldLayoutMkLst>
            <pc:docMk/>
            <pc:sldMasterMk cId="413954834" sldId="2147483909"/>
            <pc:sldLayoutMk cId="212088782" sldId="2147483925"/>
          </pc:sldLayoutMkLst>
        </pc:sldLayoutChg>
      </pc:sldMasterChg>
    </pc:docChg>
  </pc:docChgLst>
  <pc:docChgLst>
    <pc:chgData name="Guest User" providerId="Windows Live" clId="Web-{5AC5E006-2E0D-6992-EFC4-FDC1DF8397BD}"/>
    <pc:docChg chg="modSld">
      <pc:chgData name="Guest User" userId="" providerId="Windows Live" clId="Web-{5AC5E006-2E0D-6992-EFC4-FDC1DF8397BD}" dt="2025-08-11T02:27:37.100" v="15" actId="20577"/>
      <pc:docMkLst>
        <pc:docMk/>
      </pc:docMkLst>
      <pc:sldChg chg="modSp">
        <pc:chgData name="Guest User" userId="" providerId="Windows Live" clId="Web-{5AC5E006-2E0D-6992-EFC4-FDC1DF8397BD}" dt="2025-08-11T02:27:37.100" v="15" actId="20577"/>
        <pc:sldMkLst>
          <pc:docMk/>
          <pc:sldMk cId="0" sldId="260"/>
        </pc:sldMkLst>
        <pc:spChg chg="mod">
          <ac:chgData name="Guest User" userId="" providerId="Windows Live" clId="Web-{5AC5E006-2E0D-6992-EFC4-FDC1DF8397BD}" dt="2025-08-11T02:27:37.100" v="15" actId="20577"/>
          <ac:spMkLst>
            <pc:docMk/>
            <pc:sldMk cId="0" sldId="260"/>
            <ac:spMk id="7" creationId="{32AB821C-1E94-5629-222D-E24824600B31}"/>
          </ac:spMkLst>
        </pc:spChg>
      </pc:sldChg>
      <pc:sldChg chg="modSp">
        <pc:chgData name="Guest User" userId="" providerId="Windows Live" clId="Web-{5AC5E006-2E0D-6992-EFC4-FDC1DF8397BD}" dt="2025-08-11T02:25:29.879" v="5" actId="20577"/>
        <pc:sldMkLst>
          <pc:docMk/>
          <pc:sldMk cId="0" sldId="262"/>
        </pc:sldMkLst>
        <pc:spChg chg="mod">
          <ac:chgData name="Guest User" userId="" providerId="Windows Live" clId="Web-{5AC5E006-2E0D-6992-EFC4-FDC1DF8397BD}" dt="2025-08-11T02:25:29.879" v="5" actId="20577"/>
          <ac:spMkLst>
            <pc:docMk/>
            <pc:sldMk cId="0" sldId="262"/>
            <ac:spMk id="136" creationId="{00000000-0000-0000-0000-000000000000}"/>
          </ac:spMkLst>
        </pc:spChg>
      </pc:sldChg>
    </pc:docChg>
  </pc:docChgLst>
  <pc:docChgLst>
    <pc:chgData name="Guest User" providerId="Windows Live" clId="Web-{96357F4B-1376-5650-394A-AA9FA2652404}"/>
    <pc:docChg chg="modSld addMainMaster delMainMaster">
      <pc:chgData name="Guest User" userId="" providerId="Windows Live" clId="Web-{96357F4B-1376-5650-394A-AA9FA2652404}" dt="2025-08-09T14:43:02.582" v="9"/>
      <pc:docMkLst>
        <pc:docMk/>
      </pc:docMkLst>
      <pc:sldChg chg="modSp mod modClrScheme chgLayout">
        <pc:chgData name="Guest User" userId="" providerId="Windows Live" clId="Web-{96357F4B-1376-5650-394A-AA9FA2652404}" dt="2025-08-09T14:43:02.582" v="9"/>
        <pc:sldMkLst>
          <pc:docMk/>
          <pc:sldMk cId="0" sldId="256"/>
        </pc:sldMkLst>
        <pc:spChg chg="mod ord">
          <ac:chgData name="Guest User" userId="" providerId="Windows Live" clId="Web-{96357F4B-1376-5650-394A-AA9FA2652404}" dt="2025-08-09T14:43:02.582" v="9"/>
          <ac:spMkLst>
            <pc:docMk/>
            <pc:sldMk cId="0" sldId="256"/>
            <ac:spMk id="84" creationId="{00000000-0000-0000-0000-000000000000}"/>
          </ac:spMkLst>
        </pc:spChg>
      </pc:sldChg>
      <pc:sldChg chg="modSp mod modClrScheme chgLayout">
        <pc:chgData name="Guest User" userId="" providerId="Windows Live" clId="Web-{96357F4B-1376-5650-394A-AA9FA2652404}" dt="2025-08-09T14:43:02.582" v="9"/>
        <pc:sldMkLst>
          <pc:docMk/>
          <pc:sldMk cId="0" sldId="257"/>
        </pc:sldMkLst>
        <pc:spChg chg="mod ord">
          <ac:chgData name="Guest User" userId="" providerId="Windows Live" clId="Web-{96357F4B-1376-5650-394A-AA9FA2652404}" dt="2025-08-09T14:43:02.582" v="9"/>
          <ac:spMkLst>
            <pc:docMk/>
            <pc:sldMk cId="0" sldId="257"/>
            <ac:spMk id="93" creationId="{00000000-0000-0000-0000-000000000000}"/>
          </ac:spMkLst>
        </pc:spChg>
      </pc:sldChg>
      <pc:sldChg chg="mod modClrScheme chgLayout">
        <pc:chgData name="Guest User" userId="" providerId="Windows Live" clId="Web-{96357F4B-1376-5650-394A-AA9FA2652404}" dt="2025-08-09T14:43:02.582" v="9"/>
        <pc:sldMkLst>
          <pc:docMk/>
          <pc:sldMk cId="0" sldId="258"/>
        </pc:sldMkLst>
      </pc:sldChg>
      <pc:sldChg chg="modSp mod modClrScheme chgLayout">
        <pc:chgData name="Guest User" userId="" providerId="Windows Live" clId="Web-{96357F4B-1376-5650-394A-AA9FA2652404}" dt="2025-08-09T14:43:02.582" v="9"/>
        <pc:sldMkLst>
          <pc:docMk/>
          <pc:sldMk cId="0" sldId="259"/>
        </pc:sldMkLst>
        <pc:spChg chg="mod ord">
          <ac:chgData name="Guest User" userId="" providerId="Windows Live" clId="Web-{96357F4B-1376-5650-394A-AA9FA2652404}" dt="2025-08-09T14:43:02.582" v="9"/>
          <ac:spMkLst>
            <pc:docMk/>
            <pc:sldMk cId="0" sldId="259"/>
            <ac:spMk id="5" creationId="{15F2EE59-4D83-07D7-FF53-9139FCA5235B}"/>
          </ac:spMkLst>
        </pc:spChg>
      </pc:sldChg>
      <pc:sldChg chg="mod modClrScheme chgLayout">
        <pc:chgData name="Guest User" userId="" providerId="Windows Live" clId="Web-{96357F4B-1376-5650-394A-AA9FA2652404}" dt="2025-08-09T14:43:02.582" v="9"/>
        <pc:sldMkLst>
          <pc:docMk/>
          <pc:sldMk cId="0" sldId="261"/>
        </pc:sldMkLst>
      </pc:sldChg>
      <pc:sldChg chg="modSp mod modClrScheme chgLayout">
        <pc:chgData name="Guest User" userId="" providerId="Windows Live" clId="Web-{96357F4B-1376-5650-394A-AA9FA2652404}" dt="2025-08-09T14:43:02.582" v="9"/>
        <pc:sldMkLst>
          <pc:docMk/>
          <pc:sldMk cId="0" sldId="262"/>
        </pc:sldMkLst>
        <pc:spChg chg="mod ord">
          <ac:chgData name="Guest User" userId="" providerId="Windows Live" clId="Web-{96357F4B-1376-5650-394A-AA9FA2652404}" dt="2025-08-09T14:43:02.582" v="9"/>
          <ac:spMkLst>
            <pc:docMk/>
            <pc:sldMk cId="0" sldId="262"/>
            <ac:spMk id="136" creationId="{00000000-0000-0000-0000-000000000000}"/>
          </ac:spMkLst>
        </pc:spChg>
      </pc:sldChg>
      <pc:sldChg chg="modSp mod modClrScheme chgLayout">
        <pc:chgData name="Guest User" userId="" providerId="Windows Live" clId="Web-{96357F4B-1376-5650-394A-AA9FA2652404}" dt="2025-08-09T14:43:02.582" v="9"/>
        <pc:sldMkLst>
          <pc:docMk/>
          <pc:sldMk cId="975102404" sldId="263"/>
        </pc:sldMkLst>
      </pc:sldChg>
      <pc:sldChg chg="modSp mod modClrScheme chgLayout">
        <pc:chgData name="Guest User" userId="" providerId="Windows Live" clId="Web-{96357F4B-1376-5650-394A-AA9FA2652404}" dt="2025-08-09T14:43:02.582" v="9"/>
        <pc:sldMkLst>
          <pc:docMk/>
          <pc:sldMk cId="809491099" sldId="264"/>
        </pc:sldMkLst>
        <pc:spChg chg="mod ord">
          <ac:chgData name="Guest User" userId="" providerId="Windows Live" clId="Web-{96357F4B-1376-5650-394A-AA9FA2652404}" dt="2025-08-09T14:43:02.582" v="9"/>
          <ac:spMkLst>
            <pc:docMk/>
            <pc:sldMk cId="809491099" sldId="264"/>
            <ac:spMk id="93" creationId="{45B534F0-26B3-5593-75EA-614650171E97}"/>
          </ac:spMkLst>
        </pc:spChg>
      </pc:sldChg>
      <pc:sldChg chg="modSp mod modClrScheme chgLayout">
        <pc:chgData name="Guest User" userId="" providerId="Windows Live" clId="Web-{96357F4B-1376-5650-394A-AA9FA2652404}" dt="2025-08-09T14:43:02.582" v="9"/>
        <pc:sldMkLst>
          <pc:docMk/>
          <pc:sldMk cId="152702987" sldId="265"/>
        </pc:sldMkLst>
        <pc:spChg chg="mod ord">
          <ac:chgData name="Guest User" userId="" providerId="Windows Live" clId="Web-{96357F4B-1376-5650-394A-AA9FA2652404}" dt="2025-08-09T14:43:02.582" v="9"/>
          <ac:spMkLst>
            <pc:docMk/>
            <pc:sldMk cId="152702987" sldId="265"/>
            <ac:spMk id="93" creationId="{9DCD3F38-67AE-23A4-E819-3E2B123AA707}"/>
          </ac:spMkLst>
        </pc:spChg>
      </pc:sldChg>
      <pc:sldMasterChg chg="del delSldLayout">
        <pc:chgData name="Guest User" userId="" providerId="Windows Live" clId="Web-{96357F4B-1376-5650-394A-AA9FA2652404}" dt="2025-08-09T14:38:07.266" v="0"/>
        <pc:sldMasterMkLst>
          <pc:docMk/>
          <pc:sldMasterMk cId="0" sldId="2147483648"/>
        </pc:sldMasterMkLst>
        <pc:sldLayoutChg chg="del">
          <pc:chgData name="Guest User" userId="" providerId="Windows Live" clId="Web-{96357F4B-1376-5650-394A-AA9FA2652404}" dt="2025-08-09T14:38:07.266" v="0"/>
          <pc:sldLayoutMkLst>
            <pc:docMk/>
            <pc:sldMasterMk cId="0" sldId="2147483648"/>
            <pc:sldLayoutMk cId="0" sldId="2147483649"/>
          </pc:sldLayoutMkLst>
        </pc:sldLayoutChg>
        <pc:sldLayoutChg chg="del">
          <pc:chgData name="Guest User" userId="" providerId="Windows Live" clId="Web-{96357F4B-1376-5650-394A-AA9FA2652404}" dt="2025-08-09T14:38:07.266" v="0"/>
          <pc:sldLayoutMkLst>
            <pc:docMk/>
            <pc:sldMasterMk cId="0" sldId="2147483648"/>
            <pc:sldLayoutMk cId="0" sldId="2147483650"/>
          </pc:sldLayoutMkLst>
        </pc:sldLayoutChg>
        <pc:sldLayoutChg chg="del">
          <pc:chgData name="Guest User" userId="" providerId="Windows Live" clId="Web-{96357F4B-1376-5650-394A-AA9FA2652404}" dt="2025-08-09T14:38:07.266" v="0"/>
          <pc:sldLayoutMkLst>
            <pc:docMk/>
            <pc:sldMasterMk cId="0" sldId="2147483648"/>
            <pc:sldLayoutMk cId="0" sldId="2147483651"/>
          </pc:sldLayoutMkLst>
        </pc:sldLayoutChg>
        <pc:sldLayoutChg chg="del">
          <pc:chgData name="Guest User" userId="" providerId="Windows Live" clId="Web-{96357F4B-1376-5650-394A-AA9FA2652404}" dt="2025-08-09T14:38:07.266" v="0"/>
          <pc:sldLayoutMkLst>
            <pc:docMk/>
            <pc:sldMasterMk cId="0" sldId="2147483648"/>
            <pc:sldLayoutMk cId="0" sldId="2147483652"/>
          </pc:sldLayoutMkLst>
        </pc:sldLayoutChg>
        <pc:sldLayoutChg chg="del">
          <pc:chgData name="Guest User" userId="" providerId="Windows Live" clId="Web-{96357F4B-1376-5650-394A-AA9FA2652404}" dt="2025-08-09T14:38:07.266" v="0"/>
          <pc:sldLayoutMkLst>
            <pc:docMk/>
            <pc:sldMasterMk cId="0" sldId="2147483648"/>
            <pc:sldLayoutMk cId="0" sldId="2147483653"/>
          </pc:sldLayoutMkLst>
        </pc:sldLayoutChg>
        <pc:sldLayoutChg chg="del">
          <pc:chgData name="Guest User" userId="" providerId="Windows Live" clId="Web-{96357F4B-1376-5650-394A-AA9FA2652404}" dt="2025-08-09T14:38:07.266" v="0"/>
          <pc:sldLayoutMkLst>
            <pc:docMk/>
            <pc:sldMasterMk cId="0" sldId="2147483648"/>
            <pc:sldLayoutMk cId="0" sldId="2147483654"/>
          </pc:sldLayoutMkLst>
        </pc:sldLayoutChg>
        <pc:sldLayoutChg chg="del">
          <pc:chgData name="Guest User" userId="" providerId="Windows Live" clId="Web-{96357F4B-1376-5650-394A-AA9FA2652404}" dt="2025-08-09T14:38:07.266" v="0"/>
          <pc:sldLayoutMkLst>
            <pc:docMk/>
            <pc:sldMasterMk cId="0" sldId="2147483648"/>
            <pc:sldLayoutMk cId="0" sldId="2147483656"/>
          </pc:sldLayoutMkLst>
        </pc:sldLayoutChg>
        <pc:sldLayoutChg chg="del">
          <pc:chgData name="Guest User" userId="" providerId="Windows Live" clId="Web-{96357F4B-1376-5650-394A-AA9FA2652404}" dt="2025-08-09T14:38:07.266" v="0"/>
          <pc:sldLayoutMkLst>
            <pc:docMk/>
            <pc:sldMasterMk cId="0" sldId="2147483648"/>
            <pc:sldLayoutMk cId="0" sldId="2147483657"/>
          </pc:sldLayoutMkLst>
        </pc:sldLayoutChg>
        <pc:sldLayoutChg chg="del">
          <pc:chgData name="Guest User" userId="" providerId="Windows Live" clId="Web-{96357F4B-1376-5650-394A-AA9FA2652404}" dt="2025-08-09T14:38:07.266" v="0"/>
          <pc:sldLayoutMkLst>
            <pc:docMk/>
            <pc:sldMasterMk cId="0" sldId="2147483648"/>
            <pc:sldLayoutMk cId="0" sldId="2147483658"/>
          </pc:sldLayoutMkLst>
        </pc:sldLayoutChg>
        <pc:sldLayoutChg chg="del">
          <pc:chgData name="Guest User" userId="" providerId="Windows Live" clId="Web-{96357F4B-1376-5650-394A-AA9FA2652404}" dt="2025-08-09T14:38:07.266" v="0"/>
          <pc:sldLayoutMkLst>
            <pc:docMk/>
            <pc:sldMasterMk cId="0" sldId="2147483648"/>
            <pc:sldLayoutMk cId="0" sldId="2147483659"/>
          </pc:sldLayoutMkLst>
        </pc:sldLayoutChg>
      </pc:sldMasterChg>
      <pc:sldMasterChg chg="add del addSldLayout delSldLayout modSldLayout">
        <pc:chgData name="Guest User" userId="" providerId="Windows Live" clId="Web-{96357F4B-1376-5650-394A-AA9FA2652404}" dt="2025-08-09T14:38:31.875" v="1"/>
        <pc:sldMasterMkLst>
          <pc:docMk/>
          <pc:sldMasterMk cId="95370975" sldId="2147483660"/>
        </pc:sldMasterMkLst>
        <pc:sldLayoutChg chg="add del mod replId">
          <pc:chgData name="Guest User" userId="" providerId="Windows Live" clId="Web-{96357F4B-1376-5650-394A-AA9FA2652404}" dt="2025-08-09T14:38:31.875" v="1"/>
          <pc:sldLayoutMkLst>
            <pc:docMk/>
            <pc:sldMasterMk cId="95370975" sldId="2147483660"/>
            <pc:sldLayoutMk cId="2846263029" sldId="2147483661"/>
          </pc:sldLayoutMkLst>
        </pc:sldLayoutChg>
        <pc:sldLayoutChg chg="add del mod replId">
          <pc:chgData name="Guest User" userId="" providerId="Windows Live" clId="Web-{96357F4B-1376-5650-394A-AA9FA2652404}" dt="2025-08-09T14:38:31.875" v="1"/>
          <pc:sldLayoutMkLst>
            <pc:docMk/>
            <pc:sldMasterMk cId="95370975" sldId="2147483660"/>
            <pc:sldLayoutMk cId="3084613406" sldId="2147483662"/>
          </pc:sldLayoutMkLst>
        </pc:sldLayoutChg>
        <pc:sldLayoutChg chg="add del mod replId">
          <pc:chgData name="Guest User" userId="" providerId="Windows Live" clId="Web-{96357F4B-1376-5650-394A-AA9FA2652404}" dt="2025-08-09T14:38:31.875" v="1"/>
          <pc:sldLayoutMkLst>
            <pc:docMk/>
            <pc:sldMasterMk cId="95370975" sldId="2147483660"/>
            <pc:sldLayoutMk cId="1261008444" sldId="2147483663"/>
          </pc:sldLayoutMkLst>
        </pc:sldLayoutChg>
        <pc:sldLayoutChg chg="add del mod replId">
          <pc:chgData name="Guest User" userId="" providerId="Windows Live" clId="Web-{96357F4B-1376-5650-394A-AA9FA2652404}" dt="2025-08-09T14:38:31.875" v="1"/>
          <pc:sldLayoutMkLst>
            <pc:docMk/>
            <pc:sldMasterMk cId="95370975" sldId="2147483660"/>
            <pc:sldLayoutMk cId="520323647" sldId="2147483664"/>
          </pc:sldLayoutMkLst>
        </pc:sldLayoutChg>
        <pc:sldLayoutChg chg="add del mod replId">
          <pc:chgData name="Guest User" userId="" providerId="Windows Live" clId="Web-{96357F4B-1376-5650-394A-AA9FA2652404}" dt="2025-08-09T14:38:31.875" v="1"/>
          <pc:sldLayoutMkLst>
            <pc:docMk/>
            <pc:sldMasterMk cId="95370975" sldId="2147483660"/>
            <pc:sldLayoutMk cId="345350009" sldId="2147483665"/>
          </pc:sldLayoutMkLst>
        </pc:sldLayoutChg>
        <pc:sldLayoutChg chg="add del mod replId">
          <pc:chgData name="Guest User" userId="" providerId="Windows Live" clId="Web-{96357F4B-1376-5650-394A-AA9FA2652404}" dt="2025-08-09T14:38:31.875" v="1"/>
          <pc:sldLayoutMkLst>
            <pc:docMk/>
            <pc:sldMasterMk cId="95370975" sldId="2147483660"/>
            <pc:sldLayoutMk cId="804077735" sldId="2147483666"/>
          </pc:sldLayoutMkLst>
        </pc:sldLayoutChg>
        <pc:sldLayoutChg chg="add del mod replId">
          <pc:chgData name="Guest User" userId="" providerId="Windows Live" clId="Web-{96357F4B-1376-5650-394A-AA9FA2652404}" dt="2025-08-09T14:38:31.875" v="1"/>
          <pc:sldLayoutMkLst>
            <pc:docMk/>
            <pc:sldMasterMk cId="95370975" sldId="2147483660"/>
            <pc:sldLayoutMk cId="1294702534" sldId="2147483667"/>
          </pc:sldLayoutMkLst>
        </pc:sldLayoutChg>
        <pc:sldLayoutChg chg="add del mod replId">
          <pc:chgData name="Guest User" userId="" providerId="Windows Live" clId="Web-{96357F4B-1376-5650-394A-AA9FA2652404}" dt="2025-08-09T14:38:31.875" v="1"/>
          <pc:sldLayoutMkLst>
            <pc:docMk/>
            <pc:sldMasterMk cId="95370975" sldId="2147483660"/>
            <pc:sldLayoutMk cId="2179342843" sldId="2147483668"/>
          </pc:sldLayoutMkLst>
        </pc:sldLayoutChg>
        <pc:sldLayoutChg chg="add del mod replId">
          <pc:chgData name="Guest User" userId="" providerId="Windows Live" clId="Web-{96357F4B-1376-5650-394A-AA9FA2652404}" dt="2025-08-09T14:38:31.875" v="1"/>
          <pc:sldLayoutMkLst>
            <pc:docMk/>
            <pc:sldMasterMk cId="95370975" sldId="2147483660"/>
            <pc:sldLayoutMk cId="173439174" sldId="2147483669"/>
          </pc:sldLayoutMkLst>
        </pc:sldLayoutChg>
        <pc:sldLayoutChg chg="add del mod replId">
          <pc:chgData name="Guest User" userId="" providerId="Windows Live" clId="Web-{96357F4B-1376-5650-394A-AA9FA2652404}" dt="2025-08-09T14:38:31.875" v="1"/>
          <pc:sldLayoutMkLst>
            <pc:docMk/>
            <pc:sldMasterMk cId="95370975" sldId="2147483660"/>
            <pc:sldLayoutMk cId="1455983013" sldId="2147483670"/>
          </pc:sldLayoutMkLst>
        </pc:sldLayoutChg>
        <pc:sldLayoutChg chg="add del mod replId">
          <pc:chgData name="Guest User" userId="" providerId="Windows Live" clId="Web-{96357F4B-1376-5650-394A-AA9FA2652404}" dt="2025-08-09T14:38:31.875" v="1"/>
          <pc:sldLayoutMkLst>
            <pc:docMk/>
            <pc:sldMasterMk cId="95370975" sldId="2147483660"/>
            <pc:sldLayoutMk cId="1690763960" sldId="2147483671"/>
          </pc:sldLayoutMkLst>
        </pc:sldLayoutChg>
        <pc:sldLayoutChg chg="add del mod replId">
          <pc:chgData name="Guest User" userId="" providerId="Windows Live" clId="Web-{96357F4B-1376-5650-394A-AA9FA2652404}" dt="2025-08-09T14:38:31.875" v="1"/>
          <pc:sldLayoutMkLst>
            <pc:docMk/>
            <pc:sldMasterMk cId="95370975" sldId="2147483660"/>
            <pc:sldLayoutMk cId="2848490896" sldId="2147483672"/>
          </pc:sldLayoutMkLst>
        </pc:sldLayoutChg>
        <pc:sldLayoutChg chg="add del mod replId">
          <pc:chgData name="Guest User" userId="" providerId="Windows Live" clId="Web-{96357F4B-1376-5650-394A-AA9FA2652404}" dt="2025-08-09T14:38:31.875" v="1"/>
          <pc:sldLayoutMkLst>
            <pc:docMk/>
            <pc:sldMasterMk cId="95370975" sldId="2147483660"/>
            <pc:sldLayoutMk cId="2776588505" sldId="2147483673"/>
          </pc:sldLayoutMkLst>
        </pc:sldLayoutChg>
        <pc:sldLayoutChg chg="add del mod replId">
          <pc:chgData name="Guest User" userId="" providerId="Windows Live" clId="Web-{96357F4B-1376-5650-394A-AA9FA2652404}" dt="2025-08-09T14:38:31.875" v="1"/>
          <pc:sldLayoutMkLst>
            <pc:docMk/>
            <pc:sldMasterMk cId="95370975" sldId="2147483660"/>
            <pc:sldLayoutMk cId="1174713242" sldId="2147483674"/>
          </pc:sldLayoutMkLst>
        </pc:sldLayoutChg>
        <pc:sldLayoutChg chg="add del mod replId">
          <pc:chgData name="Guest User" userId="" providerId="Windows Live" clId="Web-{96357F4B-1376-5650-394A-AA9FA2652404}" dt="2025-08-09T14:38:31.875" v="1"/>
          <pc:sldLayoutMkLst>
            <pc:docMk/>
            <pc:sldMasterMk cId="95370975" sldId="2147483660"/>
            <pc:sldLayoutMk cId="3172444718" sldId="2147483675"/>
          </pc:sldLayoutMkLst>
        </pc:sldLayoutChg>
        <pc:sldLayoutChg chg="add del mod replId">
          <pc:chgData name="Guest User" userId="" providerId="Windows Live" clId="Web-{96357F4B-1376-5650-394A-AA9FA2652404}" dt="2025-08-09T14:38:31.875" v="1"/>
          <pc:sldLayoutMkLst>
            <pc:docMk/>
            <pc:sldMasterMk cId="95370975" sldId="2147483660"/>
            <pc:sldLayoutMk cId="620849575" sldId="2147483676"/>
          </pc:sldLayoutMkLst>
        </pc:sldLayoutChg>
        <pc:sldLayoutChg chg="add del mod replId">
          <pc:chgData name="Guest User" userId="" providerId="Windows Live" clId="Web-{96357F4B-1376-5650-394A-AA9FA2652404}" dt="2025-08-09T14:38:31.875" v="1"/>
          <pc:sldLayoutMkLst>
            <pc:docMk/>
            <pc:sldMasterMk cId="95370975" sldId="2147483660"/>
            <pc:sldLayoutMk cId="3719667991" sldId="2147483677"/>
          </pc:sldLayoutMkLst>
        </pc:sldLayoutChg>
      </pc:sldMasterChg>
      <pc:sldMasterChg chg="add del addSldLayout delSldLayout modSldLayout">
        <pc:chgData name="Guest User" userId="" providerId="Windows Live" clId="Web-{96357F4B-1376-5650-394A-AA9FA2652404}" dt="2025-08-09T14:38:37.484" v="2"/>
        <pc:sldMasterMkLst>
          <pc:docMk/>
          <pc:sldMasterMk cId="1146167512" sldId="2147483678"/>
        </pc:sldMasterMkLst>
        <pc:sldLayoutChg chg="add del mod replId">
          <pc:chgData name="Guest User" userId="" providerId="Windows Live" clId="Web-{96357F4B-1376-5650-394A-AA9FA2652404}" dt="2025-08-09T14:38:37.484" v="2"/>
          <pc:sldLayoutMkLst>
            <pc:docMk/>
            <pc:sldMasterMk cId="1146167512" sldId="2147483678"/>
            <pc:sldLayoutMk cId="3175520303" sldId="2147483679"/>
          </pc:sldLayoutMkLst>
        </pc:sldLayoutChg>
        <pc:sldLayoutChg chg="add del mod replId">
          <pc:chgData name="Guest User" userId="" providerId="Windows Live" clId="Web-{96357F4B-1376-5650-394A-AA9FA2652404}" dt="2025-08-09T14:38:37.484" v="2"/>
          <pc:sldLayoutMkLst>
            <pc:docMk/>
            <pc:sldMasterMk cId="1146167512" sldId="2147483678"/>
            <pc:sldLayoutMk cId="2936974375" sldId="2147483680"/>
          </pc:sldLayoutMkLst>
        </pc:sldLayoutChg>
        <pc:sldLayoutChg chg="add del mod replId">
          <pc:chgData name="Guest User" userId="" providerId="Windows Live" clId="Web-{96357F4B-1376-5650-394A-AA9FA2652404}" dt="2025-08-09T14:38:37.484" v="2"/>
          <pc:sldLayoutMkLst>
            <pc:docMk/>
            <pc:sldMasterMk cId="1146167512" sldId="2147483678"/>
            <pc:sldLayoutMk cId="2422281473" sldId="2147483681"/>
          </pc:sldLayoutMkLst>
        </pc:sldLayoutChg>
        <pc:sldLayoutChg chg="add del mod replId">
          <pc:chgData name="Guest User" userId="" providerId="Windows Live" clId="Web-{96357F4B-1376-5650-394A-AA9FA2652404}" dt="2025-08-09T14:38:37.484" v="2"/>
          <pc:sldLayoutMkLst>
            <pc:docMk/>
            <pc:sldMasterMk cId="1146167512" sldId="2147483678"/>
            <pc:sldLayoutMk cId="1410177577" sldId="2147483682"/>
          </pc:sldLayoutMkLst>
        </pc:sldLayoutChg>
        <pc:sldLayoutChg chg="add del mod replId">
          <pc:chgData name="Guest User" userId="" providerId="Windows Live" clId="Web-{96357F4B-1376-5650-394A-AA9FA2652404}" dt="2025-08-09T14:38:37.484" v="2"/>
          <pc:sldLayoutMkLst>
            <pc:docMk/>
            <pc:sldMasterMk cId="1146167512" sldId="2147483678"/>
            <pc:sldLayoutMk cId="929989356" sldId="2147483683"/>
          </pc:sldLayoutMkLst>
        </pc:sldLayoutChg>
        <pc:sldLayoutChg chg="add del mod replId">
          <pc:chgData name="Guest User" userId="" providerId="Windows Live" clId="Web-{96357F4B-1376-5650-394A-AA9FA2652404}" dt="2025-08-09T14:38:37.484" v="2"/>
          <pc:sldLayoutMkLst>
            <pc:docMk/>
            <pc:sldMasterMk cId="1146167512" sldId="2147483678"/>
            <pc:sldLayoutMk cId="1606234042" sldId="2147483684"/>
          </pc:sldLayoutMkLst>
        </pc:sldLayoutChg>
        <pc:sldLayoutChg chg="add del mod replId">
          <pc:chgData name="Guest User" userId="" providerId="Windows Live" clId="Web-{96357F4B-1376-5650-394A-AA9FA2652404}" dt="2025-08-09T14:38:37.484" v="2"/>
          <pc:sldLayoutMkLst>
            <pc:docMk/>
            <pc:sldMasterMk cId="1146167512" sldId="2147483678"/>
            <pc:sldLayoutMk cId="2419382015" sldId="2147483685"/>
          </pc:sldLayoutMkLst>
        </pc:sldLayoutChg>
        <pc:sldLayoutChg chg="add del mod replId">
          <pc:chgData name="Guest User" userId="" providerId="Windows Live" clId="Web-{96357F4B-1376-5650-394A-AA9FA2652404}" dt="2025-08-09T14:38:37.484" v="2"/>
          <pc:sldLayoutMkLst>
            <pc:docMk/>
            <pc:sldMasterMk cId="1146167512" sldId="2147483678"/>
            <pc:sldLayoutMk cId="3804443825" sldId="2147483686"/>
          </pc:sldLayoutMkLst>
        </pc:sldLayoutChg>
        <pc:sldLayoutChg chg="add del mod replId">
          <pc:chgData name="Guest User" userId="" providerId="Windows Live" clId="Web-{96357F4B-1376-5650-394A-AA9FA2652404}" dt="2025-08-09T14:38:37.484" v="2"/>
          <pc:sldLayoutMkLst>
            <pc:docMk/>
            <pc:sldMasterMk cId="1146167512" sldId="2147483678"/>
            <pc:sldLayoutMk cId="3094293377" sldId="2147483687"/>
          </pc:sldLayoutMkLst>
        </pc:sldLayoutChg>
        <pc:sldLayoutChg chg="add del mod replId">
          <pc:chgData name="Guest User" userId="" providerId="Windows Live" clId="Web-{96357F4B-1376-5650-394A-AA9FA2652404}" dt="2025-08-09T14:38:37.484" v="2"/>
          <pc:sldLayoutMkLst>
            <pc:docMk/>
            <pc:sldMasterMk cId="1146167512" sldId="2147483678"/>
            <pc:sldLayoutMk cId="2126252341" sldId="2147483688"/>
          </pc:sldLayoutMkLst>
        </pc:sldLayoutChg>
        <pc:sldLayoutChg chg="add del mod replId">
          <pc:chgData name="Guest User" userId="" providerId="Windows Live" clId="Web-{96357F4B-1376-5650-394A-AA9FA2652404}" dt="2025-08-09T14:38:37.484" v="2"/>
          <pc:sldLayoutMkLst>
            <pc:docMk/>
            <pc:sldMasterMk cId="1146167512" sldId="2147483678"/>
            <pc:sldLayoutMk cId="42924098" sldId="2147483689"/>
          </pc:sldLayoutMkLst>
        </pc:sldLayoutChg>
      </pc:sldMasterChg>
      <pc:sldMasterChg chg="add del addSldLayout delSldLayout modSldLayout">
        <pc:chgData name="Guest User" userId="" providerId="Windows Live" clId="Web-{96357F4B-1376-5650-394A-AA9FA2652404}" dt="2025-08-09T14:38:45.468" v="3"/>
        <pc:sldMasterMkLst>
          <pc:docMk/>
          <pc:sldMasterMk cId="2557603009" sldId="2147483690"/>
        </pc:sldMasterMkLst>
        <pc:sldLayoutChg chg="add del mod replId">
          <pc:chgData name="Guest User" userId="" providerId="Windows Live" clId="Web-{96357F4B-1376-5650-394A-AA9FA2652404}" dt="2025-08-09T14:38:45.468" v="3"/>
          <pc:sldLayoutMkLst>
            <pc:docMk/>
            <pc:sldMasterMk cId="2557603009" sldId="2147483690"/>
            <pc:sldLayoutMk cId="1844273842" sldId="2147483691"/>
          </pc:sldLayoutMkLst>
        </pc:sldLayoutChg>
        <pc:sldLayoutChg chg="add del mod replId">
          <pc:chgData name="Guest User" userId="" providerId="Windows Live" clId="Web-{96357F4B-1376-5650-394A-AA9FA2652404}" dt="2025-08-09T14:38:45.468" v="3"/>
          <pc:sldLayoutMkLst>
            <pc:docMk/>
            <pc:sldMasterMk cId="2557603009" sldId="2147483690"/>
            <pc:sldLayoutMk cId="1965351446" sldId="2147483692"/>
          </pc:sldLayoutMkLst>
        </pc:sldLayoutChg>
        <pc:sldLayoutChg chg="add del mod replId">
          <pc:chgData name="Guest User" userId="" providerId="Windows Live" clId="Web-{96357F4B-1376-5650-394A-AA9FA2652404}" dt="2025-08-09T14:38:45.468" v="3"/>
          <pc:sldLayoutMkLst>
            <pc:docMk/>
            <pc:sldMasterMk cId="2557603009" sldId="2147483690"/>
            <pc:sldLayoutMk cId="11334585" sldId="2147483693"/>
          </pc:sldLayoutMkLst>
        </pc:sldLayoutChg>
        <pc:sldLayoutChg chg="add del mod replId">
          <pc:chgData name="Guest User" userId="" providerId="Windows Live" clId="Web-{96357F4B-1376-5650-394A-AA9FA2652404}" dt="2025-08-09T14:38:45.468" v="3"/>
          <pc:sldLayoutMkLst>
            <pc:docMk/>
            <pc:sldMasterMk cId="2557603009" sldId="2147483690"/>
            <pc:sldLayoutMk cId="473097640" sldId="2147483694"/>
          </pc:sldLayoutMkLst>
        </pc:sldLayoutChg>
        <pc:sldLayoutChg chg="add del mod replId">
          <pc:chgData name="Guest User" userId="" providerId="Windows Live" clId="Web-{96357F4B-1376-5650-394A-AA9FA2652404}" dt="2025-08-09T14:38:45.468" v="3"/>
          <pc:sldLayoutMkLst>
            <pc:docMk/>
            <pc:sldMasterMk cId="2557603009" sldId="2147483690"/>
            <pc:sldLayoutMk cId="1561582815" sldId="2147483695"/>
          </pc:sldLayoutMkLst>
        </pc:sldLayoutChg>
        <pc:sldLayoutChg chg="add del mod replId">
          <pc:chgData name="Guest User" userId="" providerId="Windows Live" clId="Web-{96357F4B-1376-5650-394A-AA9FA2652404}" dt="2025-08-09T14:38:45.468" v="3"/>
          <pc:sldLayoutMkLst>
            <pc:docMk/>
            <pc:sldMasterMk cId="2557603009" sldId="2147483690"/>
            <pc:sldLayoutMk cId="2334817855" sldId="2147483696"/>
          </pc:sldLayoutMkLst>
        </pc:sldLayoutChg>
        <pc:sldLayoutChg chg="add del mod replId">
          <pc:chgData name="Guest User" userId="" providerId="Windows Live" clId="Web-{96357F4B-1376-5650-394A-AA9FA2652404}" dt="2025-08-09T14:38:45.468" v="3"/>
          <pc:sldLayoutMkLst>
            <pc:docMk/>
            <pc:sldMasterMk cId="2557603009" sldId="2147483690"/>
            <pc:sldLayoutMk cId="2538684904" sldId="2147483697"/>
          </pc:sldLayoutMkLst>
        </pc:sldLayoutChg>
        <pc:sldLayoutChg chg="add del mod replId">
          <pc:chgData name="Guest User" userId="" providerId="Windows Live" clId="Web-{96357F4B-1376-5650-394A-AA9FA2652404}" dt="2025-08-09T14:38:45.468" v="3"/>
          <pc:sldLayoutMkLst>
            <pc:docMk/>
            <pc:sldMasterMk cId="2557603009" sldId="2147483690"/>
            <pc:sldLayoutMk cId="3915615882" sldId="2147483698"/>
          </pc:sldLayoutMkLst>
        </pc:sldLayoutChg>
        <pc:sldLayoutChg chg="add del mod replId">
          <pc:chgData name="Guest User" userId="" providerId="Windows Live" clId="Web-{96357F4B-1376-5650-394A-AA9FA2652404}" dt="2025-08-09T14:38:45.468" v="3"/>
          <pc:sldLayoutMkLst>
            <pc:docMk/>
            <pc:sldMasterMk cId="2557603009" sldId="2147483690"/>
            <pc:sldLayoutMk cId="3887588328" sldId="2147483699"/>
          </pc:sldLayoutMkLst>
        </pc:sldLayoutChg>
        <pc:sldLayoutChg chg="add del mod replId">
          <pc:chgData name="Guest User" userId="" providerId="Windows Live" clId="Web-{96357F4B-1376-5650-394A-AA9FA2652404}" dt="2025-08-09T14:38:45.468" v="3"/>
          <pc:sldLayoutMkLst>
            <pc:docMk/>
            <pc:sldMasterMk cId="2557603009" sldId="2147483690"/>
            <pc:sldLayoutMk cId="377458324" sldId="2147483700"/>
          </pc:sldLayoutMkLst>
        </pc:sldLayoutChg>
        <pc:sldLayoutChg chg="add del mod replId">
          <pc:chgData name="Guest User" userId="" providerId="Windows Live" clId="Web-{96357F4B-1376-5650-394A-AA9FA2652404}" dt="2025-08-09T14:38:45.468" v="3"/>
          <pc:sldLayoutMkLst>
            <pc:docMk/>
            <pc:sldMasterMk cId="2557603009" sldId="2147483690"/>
            <pc:sldLayoutMk cId="4257015776" sldId="2147483701"/>
          </pc:sldLayoutMkLst>
        </pc:sldLayoutChg>
      </pc:sldMasterChg>
      <pc:sldMasterChg chg="add del addSldLayout delSldLayout modSldLayout">
        <pc:chgData name="Guest User" userId="" providerId="Windows Live" clId="Web-{96357F4B-1376-5650-394A-AA9FA2652404}" dt="2025-08-09T14:39:25.655" v="4"/>
        <pc:sldMasterMkLst>
          <pc:docMk/>
          <pc:sldMasterMk cId="2714669073" sldId="2147483702"/>
        </pc:sldMasterMkLst>
        <pc:sldLayoutChg chg="add del mod replId">
          <pc:chgData name="Guest User" userId="" providerId="Windows Live" clId="Web-{96357F4B-1376-5650-394A-AA9FA2652404}" dt="2025-08-09T14:39:25.655" v="4"/>
          <pc:sldLayoutMkLst>
            <pc:docMk/>
            <pc:sldMasterMk cId="2714669073" sldId="2147483702"/>
            <pc:sldLayoutMk cId="1386574128" sldId="2147483703"/>
          </pc:sldLayoutMkLst>
        </pc:sldLayoutChg>
        <pc:sldLayoutChg chg="add del mod replId">
          <pc:chgData name="Guest User" userId="" providerId="Windows Live" clId="Web-{96357F4B-1376-5650-394A-AA9FA2652404}" dt="2025-08-09T14:39:25.655" v="4"/>
          <pc:sldLayoutMkLst>
            <pc:docMk/>
            <pc:sldMasterMk cId="2714669073" sldId="2147483702"/>
            <pc:sldLayoutMk cId="4070645737" sldId="2147483704"/>
          </pc:sldLayoutMkLst>
        </pc:sldLayoutChg>
        <pc:sldLayoutChg chg="add del mod replId">
          <pc:chgData name="Guest User" userId="" providerId="Windows Live" clId="Web-{96357F4B-1376-5650-394A-AA9FA2652404}" dt="2025-08-09T14:39:25.655" v="4"/>
          <pc:sldLayoutMkLst>
            <pc:docMk/>
            <pc:sldMasterMk cId="2714669073" sldId="2147483702"/>
            <pc:sldLayoutMk cId="4174361711" sldId="2147483705"/>
          </pc:sldLayoutMkLst>
        </pc:sldLayoutChg>
        <pc:sldLayoutChg chg="add del mod replId">
          <pc:chgData name="Guest User" userId="" providerId="Windows Live" clId="Web-{96357F4B-1376-5650-394A-AA9FA2652404}" dt="2025-08-09T14:39:25.655" v="4"/>
          <pc:sldLayoutMkLst>
            <pc:docMk/>
            <pc:sldMasterMk cId="2714669073" sldId="2147483702"/>
            <pc:sldLayoutMk cId="1587101077" sldId="2147483706"/>
          </pc:sldLayoutMkLst>
        </pc:sldLayoutChg>
        <pc:sldLayoutChg chg="add del mod replId">
          <pc:chgData name="Guest User" userId="" providerId="Windows Live" clId="Web-{96357F4B-1376-5650-394A-AA9FA2652404}" dt="2025-08-09T14:39:25.655" v="4"/>
          <pc:sldLayoutMkLst>
            <pc:docMk/>
            <pc:sldMasterMk cId="2714669073" sldId="2147483702"/>
            <pc:sldLayoutMk cId="1572567567" sldId="2147483707"/>
          </pc:sldLayoutMkLst>
        </pc:sldLayoutChg>
        <pc:sldLayoutChg chg="add del mod replId">
          <pc:chgData name="Guest User" userId="" providerId="Windows Live" clId="Web-{96357F4B-1376-5650-394A-AA9FA2652404}" dt="2025-08-09T14:39:25.655" v="4"/>
          <pc:sldLayoutMkLst>
            <pc:docMk/>
            <pc:sldMasterMk cId="2714669073" sldId="2147483702"/>
            <pc:sldLayoutMk cId="1087874422" sldId="2147483708"/>
          </pc:sldLayoutMkLst>
        </pc:sldLayoutChg>
        <pc:sldLayoutChg chg="add del mod replId">
          <pc:chgData name="Guest User" userId="" providerId="Windows Live" clId="Web-{96357F4B-1376-5650-394A-AA9FA2652404}" dt="2025-08-09T14:39:25.655" v="4"/>
          <pc:sldLayoutMkLst>
            <pc:docMk/>
            <pc:sldMasterMk cId="2714669073" sldId="2147483702"/>
            <pc:sldLayoutMk cId="398620415" sldId="2147483709"/>
          </pc:sldLayoutMkLst>
        </pc:sldLayoutChg>
        <pc:sldLayoutChg chg="add del mod replId">
          <pc:chgData name="Guest User" userId="" providerId="Windows Live" clId="Web-{96357F4B-1376-5650-394A-AA9FA2652404}" dt="2025-08-09T14:39:25.655" v="4"/>
          <pc:sldLayoutMkLst>
            <pc:docMk/>
            <pc:sldMasterMk cId="2714669073" sldId="2147483702"/>
            <pc:sldLayoutMk cId="2649615223" sldId="2147483710"/>
          </pc:sldLayoutMkLst>
        </pc:sldLayoutChg>
        <pc:sldLayoutChg chg="add del mod replId">
          <pc:chgData name="Guest User" userId="" providerId="Windows Live" clId="Web-{96357F4B-1376-5650-394A-AA9FA2652404}" dt="2025-08-09T14:39:25.655" v="4"/>
          <pc:sldLayoutMkLst>
            <pc:docMk/>
            <pc:sldMasterMk cId="2714669073" sldId="2147483702"/>
            <pc:sldLayoutMk cId="2822968072" sldId="2147483711"/>
          </pc:sldLayoutMkLst>
        </pc:sldLayoutChg>
        <pc:sldLayoutChg chg="add del mod replId">
          <pc:chgData name="Guest User" userId="" providerId="Windows Live" clId="Web-{96357F4B-1376-5650-394A-AA9FA2652404}" dt="2025-08-09T14:39:25.655" v="4"/>
          <pc:sldLayoutMkLst>
            <pc:docMk/>
            <pc:sldMasterMk cId="2714669073" sldId="2147483702"/>
            <pc:sldLayoutMk cId="289623325" sldId="2147483712"/>
          </pc:sldLayoutMkLst>
        </pc:sldLayoutChg>
        <pc:sldLayoutChg chg="add del mod replId">
          <pc:chgData name="Guest User" userId="" providerId="Windows Live" clId="Web-{96357F4B-1376-5650-394A-AA9FA2652404}" dt="2025-08-09T14:39:25.655" v="4"/>
          <pc:sldLayoutMkLst>
            <pc:docMk/>
            <pc:sldMasterMk cId="2714669073" sldId="2147483702"/>
            <pc:sldLayoutMk cId="3465342532" sldId="2147483713"/>
          </pc:sldLayoutMkLst>
        </pc:sldLayoutChg>
      </pc:sldMasterChg>
      <pc:sldMasterChg chg="add del addSldLayout delSldLayout modSldLayout">
        <pc:chgData name="Guest User" userId="" providerId="Windows Live" clId="Web-{96357F4B-1376-5650-394A-AA9FA2652404}" dt="2025-08-09T14:40:02.765" v="5"/>
        <pc:sldMasterMkLst>
          <pc:docMk/>
          <pc:sldMasterMk cId="3413816054" sldId="2147483714"/>
        </pc:sldMasterMkLst>
        <pc:sldLayoutChg chg="add del mod replId">
          <pc:chgData name="Guest User" userId="" providerId="Windows Live" clId="Web-{96357F4B-1376-5650-394A-AA9FA2652404}" dt="2025-08-09T14:40:02.765" v="5"/>
          <pc:sldLayoutMkLst>
            <pc:docMk/>
            <pc:sldMasterMk cId="3413816054" sldId="2147483714"/>
            <pc:sldLayoutMk cId="219921045" sldId="2147483715"/>
          </pc:sldLayoutMkLst>
        </pc:sldLayoutChg>
        <pc:sldLayoutChg chg="add del mod replId">
          <pc:chgData name="Guest User" userId="" providerId="Windows Live" clId="Web-{96357F4B-1376-5650-394A-AA9FA2652404}" dt="2025-08-09T14:40:02.765" v="5"/>
          <pc:sldLayoutMkLst>
            <pc:docMk/>
            <pc:sldMasterMk cId="3413816054" sldId="2147483714"/>
            <pc:sldLayoutMk cId="2802976275" sldId="2147483716"/>
          </pc:sldLayoutMkLst>
        </pc:sldLayoutChg>
        <pc:sldLayoutChg chg="add del mod replId">
          <pc:chgData name="Guest User" userId="" providerId="Windows Live" clId="Web-{96357F4B-1376-5650-394A-AA9FA2652404}" dt="2025-08-09T14:40:02.765" v="5"/>
          <pc:sldLayoutMkLst>
            <pc:docMk/>
            <pc:sldMasterMk cId="3413816054" sldId="2147483714"/>
            <pc:sldLayoutMk cId="276116370" sldId="2147483717"/>
          </pc:sldLayoutMkLst>
        </pc:sldLayoutChg>
        <pc:sldLayoutChg chg="add del mod replId">
          <pc:chgData name="Guest User" userId="" providerId="Windows Live" clId="Web-{96357F4B-1376-5650-394A-AA9FA2652404}" dt="2025-08-09T14:40:02.765" v="5"/>
          <pc:sldLayoutMkLst>
            <pc:docMk/>
            <pc:sldMasterMk cId="3413816054" sldId="2147483714"/>
            <pc:sldLayoutMk cId="699676808" sldId="2147483718"/>
          </pc:sldLayoutMkLst>
        </pc:sldLayoutChg>
        <pc:sldLayoutChg chg="add del mod replId">
          <pc:chgData name="Guest User" userId="" providerId="Windows Live" clId="Web-{96357F4B-1376-5650-394A-AA9FA2652404}" dt="2025-08-09T14:40:02.765" v="5"/>
          <pc:sldLayoutMkLst>
            <pc:docMk/>
            <pc:sldMasterMk cId="3413816054" sldId="2147483714"/>
            <pc:sldLayoutMk cId="1220135531" sldId="2147483719"/>
          </pc:sldLayoutMkLst>
        </pc:sldLayoutChg>
        <pc:sldLayoutChg chg="add del mod replId">
          <pc:chgData name="Guest User" userId="" providerId="Windows Live" clId="Web-{96357F4B-1376-5650-394A-AA9FA2652404}" dt="2025-08-09T14:40:02.765" v="5"/>
          <pc:sldLayoutMkLst>
            <pc:docMk/>
            <pc:sldMasterMk cId="3413816054" sldId="2147483714"/>
            <pc:sldLayoutMk cId="2846858761" sldId="2147483720"/>
          </pc:sldLayoutMkLst>
        </pc:sldLayoutChg>
        <pc:sldLayoutChg chg="add del mod replId">
          <pc:chgData name="Guest User" userId="" providerId="Windows Live" clId="Web-{96357F4B-1376-5650-394A-AA9FA2652404}" dt="2025-08-09T14:40:02.765" v="5"/>
          <pc:sldLayoutMkLst>
            <pc:docMk/>
            <pc:sldMasterMk cId="3413816054" sldId="2147483714"/>
            <pc:sldLayoutMk cId="3522911562" sldId="2147483721"/>
          </pc:sldLayoutMkLst>
        </pc:sldLayoutChg>
        <pc:sldLayoutChg chg="add del mod replId">
          <pc:chgData name="Guest User" userId="" providerId="Windows Live" clId="Web-{96357F4B-1376-5650-394A-AA9FA2652404}" dt="2025-08-09T14:40:02.765" v="5"/>
          <pc:sldLayoutMkLst>
            <pc:docMk/>
            <pc:sldMasterMk cId="3413816054" sldId="2147483714"/>
            <pc:sldLayoutMk cId="2151414500" sldId="2147483722"/>
          </pc:sldLayoutMkLst>
        </pc:sldLayoutChg>
        <pc:sldLayoutChg chg="add del mod replId">
          <pc:chgData name="Guest User" userId="" providerId="Windows Live" clId="Web-{96357F4B-1376-5650-394A-AA9FA2652404}" dt="2025-08-09T14:40:02.765" v="5"/>
          <pc:sldLayoutMkLst>
            <pc:docMk/>
            <pc:sldMasterMk cId="3413816054" sldId="2147483714"/>
            <pc:sldLayoutMk cId="338929062" sldId="2147483723"/>
          </pc:sldLayoutMkLst>
        </pc:sldLayoutChg>
        <pc:sldLayoutChg chg="add del mod replId">
          <pc:chgData name="Guest User" userId="" providerId="Windows Live" clId="Web-{96357F4B-1376-5650-394A-AA9FA2652404}" dt="2025-08-09T14:40:02.765" v="5"/>
          <pc:sldLayoutMkLst>
            <pc:docMk/>
            <pc:sldMasterMk cId="3413816054" sldId="2147483714"/>
            <pc:sldLayoutMk cId="2146331942" sldId="2147483724"/>
          </pc:sldLayoutMkLst>
        </pc:sldLayoutChg>
        <pc:sldLayoutChg chg="add del mod replId">
          <pc:chgData name="Guest User" userId="" providerId="Windows Live" clId="Web-{96357F4B-1376-5650-394A-AA9FA2652404}" dt="2025-08-09T14:40:02.765" v="5"/>
          <pc:sldLayoutMkLst>
            <pc:docMk/>
            <pc:sldMasterMk cId="3413816054" sldId="2147483714"/>
            <pc:sldLayoutMk cId="1479484731" sldId="2147483725"/>
          </pc:sldLayoutMkLst>
        </pc:sldLayoutChg>
        <pc:sldLayoutChg chg="add del mod replId">
          <pc:chgData name="Guest User" userId="" providerId="Windows Live" clId="Web-{96357F4B-1376-5650-394A-AA9FA2652404}" dt="2025-08-09T14:40:02.765" v="5"/>
          <pc:sldLayoutMkLst>
            <pc:docMk/>
            <pc:sldMasterMk cId="3413816054" sldId="2147483714"/>
            <pc:sldLayoutMk cId="445339337" sldId="2147483726"/>
          </pc:sldLayoutMkLst>
        </pc:sldLayoutChg>
        <pc:sldLayoutChg chg="add del mod replId">
          <pc:chgData name="Guest User" userId="" providerId="Windows Live" clId="Web-{96357F4B-1376-5650-394A-AA9FA2652404}" dt="2025-08-09T14:40:02.765" v="5"/>
          <pc:sldLayoutMkLst>
            <pc:docMk/>
            <pc:sldMasterMk cId="3413816054" sldId="2147483714"/>
            <pc:sldLayoutMk cId="12518611" sldId="2147483727"/>
          </pc:sldLayoutMkLst>
        </pc:sldLayoutChg>
        <pc:sldLayoutChg chg="add del mod replId">
          <pc:chgData name="Guest User" userId="" providerId="Windows Live" clId="Web-{96357F4B-1376-5650-394A-AA9FA2652404}" dt="2025-08-09T14:40:02.765" v="5"/>
          <pc:sldLayoutMkLst>
            <pc:docMk/>
            <pc:sldMasterMk cId="3413816054" sldId="2147483714"/>
            <pc:sldLayoutMk cId="2568716968" sldId="2147483728"/>
          </pc:sldLayoutMkLst>
        </pc:sldLayoutChg>
        <pc:sldLayoutChg chg="add del mod replId">
          <pc:chgData name="Guest User" userId="" providerId="Windows Live" clId="Web-{96357F4B-1376-5650-394A-AA9FA2652404}" dt="2025-08-09T14:40:02.765" v="5"/>
          <pc:sldLayoutMkLst>
            <pc:docMk/>
            <pc:sldMasterMk cId="3413816054" sldId="2147483714"/>
            <pc:sldLayoutMk cId="784932545" sldId="2147483729"/>
          </pc:sldLayoutMkLst>
        </pc:sldLayoutChg>
        <pc:sldLayoutChg chg="add del mod replId">
          <pc:chgData name="Guest User" userId="" providerId="Windows Live" clId="Web-{96357F4B-1376-5650-394A-AA9FA2652404}" dt="2025-08-09T14:40:02.765" v="5"/>
          <pc:sldLayoutMkLst>
            <pc:docMk/>
            <pc:sldMasterMk cId="3413816054" sldId="2147483714"/>
            <pc:sldLayoutMk cId="24404808" sldId="2147483730"/>
          </pc:sldLayoutMkLst>
        </pc:sldLayoutChg>
        <pc:sldLayoutChg chg="add del mod replId">
          <pc:chgData name="Guest User" userId="" providerId="Windows Live" clId="Web-{96357F4B-1376-5650-394A-AA9FA2652404}" dt="2025-08-09T14:40:02.765" v="5"/>
          <pc:sldLayoutMkLst>
            <pc:docMk/>
            <pc:sldMasterMk cId="3413816054" sldId="2147483714"/>
            <pc:sldLayoutMk cId="2305966457" sldId="2147483731"/>
          </pc:sldLayoutMkLst>
        </pc:sldLayoutChg>
      </pc:sldMasterChg>
      <pc:sldMasterChg chg="add del addSldLayout delSldLayout modSldLayout">
        <pc:chgData name="Guest User" userId="" providerId="Windows Live" clId="Web-{96357F4B-1376-5650-394A-AA9FA2652404}" dt="2025-08-09T14:40:18.125" v="6"/>
        <pc:sldMasterMkLst>
          <pc:docMk/>
          <pc:sldMasterMk cId="286216414" sldId="2147483732"/>
        </pc:sldMasterMkLst>
        <pc:sldLayoutChg chg="add del mod replId">
          <pc:chgData name="Guest User" userId="" providerId="Windows Live" clId="Web-{96357F4B-1376-5650-394A-AA9FA2652404}" dt="2025-08-09T14:40:18.125" v="6"/>
          <pc:sldLayoutMkLst>
            <pc:docMk/>
            <pc:sldMasterMk cId="286216414" sldId="2147483732"/>
            <pc:sldLayoutMk cId="1083917163" sldId="2147483733"/>
          </pc:sldLayoutMkLst>
        </pc:sldLayoutChg>
        <pc:sldLayoutChg chg="add del mod replId">
          <pc:chgData name="Guest User" userId="" providerId="Windows Live" clId="Web-{96357F4B-1376-5650-394A-AA9FA2652404}" dt="2025-08-09T14:40:18.125" v="6"/>
          <pc:sldLayoutMkLst>
            <pc:docMk/>
            <pc:sldMasterMk cId="286216414" sldId="2147483732"/>
            <pc:sldLayoutMk cId="2110323562" sldId="2147483734"/>
          </pc:sldLayoutMkLst>
        </pc:sldLayoutChg>
        <pc:sldLayoutChg chg="add del mod replId">
          <pc:chgData name="Guest User" userId="" providerId="Windows Live" clId="Web-{96357F4B-1376-5650-394A-AA9FA2652404}" dt="2025-08-09T14:40:18.125" v="6"/>
          <pc:sldLayoutMkLst>
            <pc:docMk/>
            <pc:sldMasterMk cId="286216414" sldId="2147483732"/>
            <pc:sldLayoutMk cId="2754356321" sldId="2147483735"/>
          </pc:sldLayoutMkLst>
        </pc:sldLayoutChg>
        <pc:sldLayoutChg chg="add del mod replId">
          <pc:chgData name="Guest User" userId="" providerId="Windows Live" clId="Web-{96357F4B-1376-5650-394A-AA9FA2652404}" dt="2025-08-09T14:40:18.125" v="6"/>
          <pc:sldLayoutMkLst>
            <pc:docMk/>
            <pc:sldMasterMk cId="286216414" sldId="2147483732"/>
            <pc:sldLayoutMk cId="3020616490" sldId="2147483736"/>
          </pc:sldLayoutMkLst>
        </pc:sldLayoutChg>
        <pc:sldLayoutChg chg="add del mod replId">
          <pc:chgData name="Guest User" userId="" providerId="Windows Live" clId="Web-{96357F4B-1376-5650-394A-AA9FA2652404}" dt="2025-08-09T14:40:18.125" v="6"/>
          <pc:sldLayoutMkLst>
            <pc:docMk/>
            <pc:sldMasterMk cId="286216414" sldId="2147483732"/>
            <pc:sldLayoutMk cId="3177812294" sldId="2147483737"/>
          </pc:sldLayoutMkLst>
        </pc:sldLayoutChg>
        <pc:sldLayoutChg chg="add del mod replId">
          <pc:chgData name="Guest User" userId="" providerId="Windows Live" clId="Web-{96357F4B-1376-5650-394A-AA9FA2652404}" dt="2025-08-09T14:40:18.125" v="6"/>
          <pc:sldLayoutMkLst>
            <pc:docMk/>
            <pc:sldMasterMk cId="286216414" sldId="2147483732"/>
            <pc:sldLayoutMk cId="287413202" sldId="2147483738"/>
          </pc:sldLayoutMkLst>
        </pc:sldLayoutChg>
        <pc:sldLayoutChg chg="add del mod replId">
          <pc:chgData name="Guest User" userId="" providerId="Windows Live" clId="Web-{96357F4B-1376-5650-394A-AA9FA2652404}" dt="2025-08-09T14:40:18.125" v="6"/>
          <pc:sldLayoutMkLst>
            <pc:docMk/>
            <pc:sldMasterMk cId="286216414" sldId="2147483732"/>
            <pc:sldLayoutMk cId="620836071" sldId="2147483739"/>
          </pc:sldLayoutMkLst>
        </pc:sldLayoutChg>
        <pc:sldLayoutChg chg="add del mod replId">
          <pc:chgData name="Guest User" userId="" providerId="Windows Live" clId="Web-{96357F4B-1376-5650-394A-AA9FA2652404}" dt="2025-08-09T14:40:18.125" v="6"/>
          <pc:sldLayoutMkLst>
            <pc:docMk/>
            <pc:sldMasterMk cId="286216414" sldId="2147483732"/>
            <pc:sldLayoutMk cId="1505391062" sldId="2147483740"/>
          </pc:sldLayoutMkLst>
        </pc:sldLayoutChg>
        <pc:sldLayoutChg chg="add del mod replId">
          <pc:chgData name="Guest User" userId="" providerId="Windows Live" clId="Web-{96357F4B-1376-5650-394A-AA9FA2652404}" dt="2025-08-09T14:40:18.125" v="6"/>
          <pc:sldLayoutMkLst>
            <pc:docMk/>
            <pc:sldMasterMk cId="286216414" sldId="2147483732"/>
            <pc:sldLayoutMk cId="2027192418" sldId="2147483741"/>
          </pc:sldLayoutMkLst>
        </pc:sldLayoutChg>
        <pc:sldLayoutChg chg="add del mod replId">
          <pc:chgData name="Guest User" userId="" providerId="Windows Live" clId="Web-{96357F4B-1376-5650-394A-AA9FA2652404}" dt="2025-08-09T14:40:18.125" v="6"/>
          <pc:sldLayoutMkLst>
            <pc:docMk/>
            <pc:sldMasterMk cId="286216414" sldId="2147483732"/>
            <pc:sldLayoutMk cId="3046408888" sldId="2147483742"/>
          </pc:sldLayoutMkLst>
        </pc:sldLayoutChg>
        <pc:sldLayoutChg chg="add del mod replId">
          <pc:chgData name="Guest User" userId="" providerId="Windows Live" clId="Web-{96357F4B-1376-5650-394A-AA9FA2652404}" dt="2025-08-09T14:40:18.125" v="6"/>
          <pc:sldLayoutMkLst>
            <pc:docMk/>
            <pc:sldMasterMk cId="286216414" sldId="2147483732"/>
            <pc:sldLayoutMk cId="3350735630" sldId="2147483743"/>
          </pc:sldLayoutMkLst>
        </pc:sldLayoutChg>
        <pc:sldLayoutChg chg="add del mod replId">
          <pc:chgData name="Guest User" userId="" providerId="Windows Live" clId="Web-{96357F4B-1376-5650-394A-AA9FA2652404}" dt="2025-08-09T14:40:18.125" v="6"/>
          <pc:sldLayoutMkLst>
            <pc:docMk/>
            <pc:sldMasterMk cId="286216414" sldId="2147483732"/>
            <pc:sldLayoutMk cId="3328422413" sldId="2147483744"/>
          </pc:sldLayoutMkLst>
        </pc:sldLayoutChg>
        <pc:sldLayoutChg chg="add del mod replId">
          <pc:chgData name="Guest User" userId="" providerId="Windows Live" clId="Web-{96357F4B-1376-5650-394A-AA9FA2652404}" dt="2025-08-09T14:40:18.125" v="6"/>
          <pc:sldLayoutMkLst>
            <pc:docMk/>
            <pc:sldMasterMk cId="286216414" sldId="2147483732"/>
            <pc:sldLayoutMk cId="337424537" sldId="2147483745"/>
          </pc:sldLayoutMkLst>
        </pc:sldLayoutChg>
        <pc:sldLayoutChg chg="add del mod replId">
          <pc:chgData name="Guest User" userId="" providerId="Windows Live" clId="Web-{96357F4B-1376-5650-394A-AA9FA2652404}" dt="2025-08-09T14:40:18.125" v="6"/>
          <pc:sldLayoutMkLst>
            <pc:docMk/>
            <pc:sldMasterMk cId="286216414" sldId="2147483732"/>
            <pc:sldLayoutMk cId="3727049751" sldId="2147483746"/>
          </pc:sldLayoutMkLst>
        </pc:sldLayoutChg>
        <pc:sldLayoutChg chg="add del mod replId">
          <pc:chgData name="Guest User" userId="" providerId="Windows Live" clId="Web-{96357F4B-1376-5650-394A-AA9FA2652404}" dt="2025-08-09T14:40:18.125" v="6"/>
          <pc:sldLayoutMkLst>
            <pc:docMk/>
            <pc:sldMasterMk cId="286216414" sldId="2147483732"/>
            <pc:sldLayoutMk cId="3881093365" sldId="2147483747"/>
          </pc:sldLayoutMkLst>
        </pc:sldLayoutChg>
        <pc:sldLayoutChg chg="add del mod replId">
          <pc:chgData name="Guest User" userId="" providerId="Windows Live" clId="Web-{96357F4B-1376-5650-394A-AA9FA2652404}" dt="2025-08-09T14:40:18.125" v="6"/>
          <pc:sldLayoutMkLst>
            <pc:docMk/>
            <pc:sldMasterMk cId="286216414" sldId="2147483732"/>
            <pc:sldLayoutMk cId="3367534830" sldId="2147483748"/>
          </pc:sldLayoutMkLst>
        </pc:sldLayoutChg>
        <pc:sldLayoutChg chg="add del mod replId">
          <pc:chgData name="Guest User" userId="" providerId="Windows Live" clId="Web-{96357F4B-1376-5650-394A-AA9FA2652404}" dt="2025-08-09T14:40:18.125" v="6"/>
          <pc:sldLayoutMkLst>
            <pc:docMk/>
            <pc:sldMasterMk cId="286216414" sldId="2147483732"/>
            <pc:sldLayoutMk cId="4059927146" sldId="2147483749"/>
          </pc:sldLayoutMkLst>
        </pc:sldLayoutChg>
      </pc:sldMasterChg>
      <pc:sldMasterChg chg="add del addSldLayout delSldLayout modSldLayout">
        <pc:chgData name="Guest User" userId="" providerId="Windows Live" clId="Web-{96357F4B-1376-5650-394A-AA9FA2652404}" dt="2025-08-09T14:40:55.297" v="7"/>
        <pc:sldMasterMkLst>
          <pc:docMk/>
          <pc:sldMasterMk cId="3242600060" sldId="2147483750"/>
        </pc:sldMasterMkLst>
        <pc:sldLayoutChg chg="add del mod replId">
          <pc:chgData name="Guest User" userId="" providerId="Windows Live" clId="Web-{96357F4B-1376-5650-394A-AA9FA2652404}" dt="2025-08-09T14:40:55.297" v="7"/>
          <pc:sldLayoutMkLst>
            <pc:docMk/>
            <pc:sldMasterMk cId="3242600060" sldId="2147483750"/>
            <pc:sldLayoutMk cId="3103123656" sldId="2147483751"/>
          </pc:sldLayoutMkLst>
        </pc:sldLayoutChg>
        <pc:sldLayoutChg chg="add del mod replId">
          <pc:chgData name="Guest User" userId="" providerId="Windows Live" clId="Web-{96357F4B-1376-5650-394A-AA9FA2652404}" dt="2025-08-09T14:40:55.297" v="7"/>
          <pc:sldLayoutMkLst>
            <pc:docMk/>
            <pc:sldMasterMk cId="3242600060" sldId="2147483750"/>
            <pc:sldLayoutMk cId="2093509984" sldId="2147483752"/>
          </pc:sldLayoutMkLst>
        </pc:sldLayoutChg>
        <pc:sldLayoutChg chg="add del mod replId">
          <pc:chgData name="Guest User" userId="" providerId="Windows Live" clId="Web-{96357F4B-1376-5650-394A-AA9FA2652404}" dt="2025-08-09T14:40:55.297" v="7"/>
          <pc:sldLayoutMkLst>
            <pc:docMk/>
            <pc:sldMasterMk cId="3242600060" sldId="2147483750"/>
            <pc:sldLayoutMk cId="1616125848" sldId="2147483753"/>
          </pc:sldLayoutMkLst>
        </pc:sldLayoutChg>
        <pc:sldLayoutChg chg="add del mod replId">
          <pc:chgData name="Guest User" userId="" providerId="Windows Live" clId="Web-{96357F4B-1376-5650-394A-AA9FA2652404}" dt="2025-08-09T14:40:55.297" v="7"/>
          <pc:sldLayoutMkLst>
            <pc:docMk/>
            <pc:sldMasterMk cId="3242600060" sldId="2147483750"/>
            <pc:sldLayoutMk cId="2351651775" sldId="2147483754"/>
          </pc:sldLayoutMkLst>
        </pc:sldLayoutChg>
        <pc:sldLayoutChg chg="add del mod replId">
          <pc:chgData name="Guest User" userId="" providerId="Windows Live" clId="Web-{96357F4B-1376-5650-394A-AA9FA2652404}" dt="2025-08-09T14:40:55.297" v="7"/>
          <pc:sldLayoutMkLst>
            <pc:docMk/>
            <pc:sldMasterMk cId="3242600060" sldId="2147483750"/>
            <pc:sldLayoutMk cId="1293486865" sldId="2147483755"/>
          </pc:sldLayoutMkLst>
        </pc:sldLayoutChg>
        <pc:sldLayoutChg chg="add del mod replId">
          <pc:chgData name="Guest User" userId="" providerId="Windows Live" clId="Web-{96357F4B-1376-5650-394A-AA9FA2652404}" dt="2025-08-09T14:40:55.297" v="7"/>
          <pc:sldLayoutMkLst>
            <pc:docMk/>
            <pc:sldMasterMk cId="3242600060" sldId="2147483750"/>
            <pc:sldLayoutMk cId="3265520302" sldId="2147483756"/>
          </pc:sldLayoutMkLst>
        </pc:sldLayoutChg>
        <pc:sldLayoutChg chg="add del mod replId">
          <pc:chgData name="Guest User" userId="" providerId="Windows Live" clId="Web-{96357F4B-1376-5650-394A-AA9FA2652404}" dt="2025-08-09T14:40:55.297" v="7"/>
          <pc:sldLayoutMkLst>
            <pc:docMk/>
            <pc:sldMasterMk cId="3242600060" sldId="2147483750"/>
            <pc:sldLayoutMk cId="1630024710" sldId="2147483757"/>
          </pc:sldLayoutMkLst>
        </pc:sldLayoutChg>
        <pc:sldLayoutChg chg="add del mod replId">
          <pc:chgData name="Guest User" userId="" providerId="Windows Live" clId="Web-{96357F4B-1376-5650-394A-AA9FA2652404}" dt="2025-08-09T14:40:55.297" v="7"/>
          <pc:sldLayoutMkLst>
            <pc:docMk/>
            <pc:sldMasterMk cId="3242600060" sldId="2147483750"/>
            <pc:sldLayoutMk cId="3404204733" sldId="2147483758"/>
          </pc:sldLayoutMkLst>
        </pc:sldLayoutChg>
        <pc:sldLayoutChg chg="add del mod replId">
          <pc:chgData name="Guest User" userId="" providerId="Windows Live" clId="Web-{96357F4B-1376-5650-394A-AA9FA2652404}" dt="2025-08-09T14:40:55.297" v="7"/>
          <pc:sldLayoutMkLst>
            <pc:docMk/>
            <pc:sldMasterMk cId="3242600060" sldId="2147483750"/>
            <pc:sldLayoutMk cId="4073875735" sldId="2147483759"/>
          </pc:sldLayoutMkLst>
        </pc:sldLayoutChg>
        <pc:sldLayoutChg chg="add del mod replId">
          <pc:chgData name="Guest User" userId="" providerId="Windows Live" clId="Web-{96357F4B-1376-5650-394A-AA9FA2652404}" dt="2025-08-09T14:40:55.297" v="7"/>
          <pc:sldLayoutMkLst>
            <pc:docMk/>
            <pc:sldMasterMk cId="3242600060" sldId="2147483750"/>
            <pc:sldLayoutMk cId="1015445457" sldId="2147483760"/>
          </pc:sldLayoutMkLst>
        </pc:sldLayoutChg>
        <pc:sldLayoutChg chg="add del mod replId">
          <pc:chgData name="Guest User" userId="" providerId="Windows Live" clId="Web-{96357F4B-1376-5650-394A-AA9FA2652404}" dt="2025-08-09T14:40:55.297" v="7"/>
          <pc:sldLayoutMkLst>
            <pc:docMk/>
            <pc:sldMasterMk cId="3242600060" sldId="2147483750"/>
            <pc:sldLayoutMk cId="4189487958" sldId="2147483761"/>
          </pc:sldLayoutMkLst>
        </pc:sldLayoutChg>
      </pc:sldMasterChg>
      <pc:sldMasterChg chg="add del addSldLayout delSldLayout modSldLayout">
        <pc:chgData name="Guest User" userId="" providerId="Windows Live" clId="Web-{96357F4B-1376-5650-394A-AA9FA2652404}" dt="2025-08-09T14:43:02.582" v="9"/>
        <pc:sldMasterMkLst>
          <pc:docMk/>
          <pc:sldMasterMk cId="4258094446" sldId="2147483762"/>
        </pc:sldMasterMkLst>
        <pc:sldLayoutChg chg="add del mod replId">
          <pc:chgData name="Guest User" userId="" providerId="Windows Live" clId="Web-{96357F4B-1376-5650-394A-AA9FA2652404}" dt="2025-08-09T14:43:02.582" v="9"/>
          <pc:sldLayoutMkLst>
            <pc:docMk/>
            <pc:sldMasterMk cId="4258094446" sldId="2147483762"/>
            <pc:sldLayoutMk cId="2398515628" sldId="2147483763"/>
          </pc:sldLayoutMkLst>
        </pc:sldLayoutChg>
        <pc:sldLayoutChg chg="add del mod replId">
          <pc:chgData name="Guest User" userId="" providerId="Windows Live" clId="Web-{96357F4B-1376-5650-394A-AA9FA2652404}" dt="2025-08-09T14:43:02.582" v="9"/>
          <pc:sldLayoutMkLst>
            <pc:docMk/>
            <pc:sldMasterMk cId="4258094446" sldId="2147483762"/>
            <pc:sldLayoutMk cId="4267719769" sldId="2147483764"/>
          </pc:sldLayoutMkLst>
        </pc:sldLayoutChg>
        <pc:sldLayoutChg chg="add del mod replId">
          <pc:chgData name="Guest User" userId="" providerId="Windows Live" clId="Web-{96357F4B-1376-5650-394A-AA9FA2652404}" dt="2025-08-09T14:43:02.582" v="9"/>
          <pc:sldLayoutMkLst>
            <pc:docMk/>
            <pc:sldMasterMk cId="4258094446" sldId="2147483762"/>
            <pc:sldLayoutMk cId="555606703" sldId="2147483765"/>
          </pc:sldLayoutMkLst>
        </pc:sldLayoutChg>
        <pc:sldLayoutChg chg="add del mod replId">
          <pc:chgData name="Guest User" userId="" providerId="Windows Live" clId="Web-{96357F4B-1376-5650-394A-AA9FA2652404}" dt="2025-08-09T14:43:02.582" v="9"/>
          <pc:sldLayoutMkLst>
            <pc:docMk/>
            <pc:sldMasterMk cId="4258094446" sldId="2147483762"/>
            <pc:sldLayoutMk cId="3675550668" sldId="2147483766"/>
          </pc:sldLayoutMkLst>
        </pc:sldLayoutChg>
        <pc:sldLayoutChg chg="add del mod replId">
          <pc:chgData name="Guest User" userId="" providerId="Windows Live" clId="Web-{96357F4B-1376-5650-394A-AA9FA2652404}" dt="2025-08-09T14:43:02.582" v="9"/>
          <pc:sldLayoutMkLst>
            <pc:docMk/>
            <pc:sldMasterMk cId="4258094446" sldId="2147483762"/>
            <pc:sldLayoutMk cId="1416638832" sldId="2147483767"/>
          </pc:sldLayoutMkLst>
        </pc:sldLayoutChg>
        <pc:sldLayoutChg chg="add del mod replId">
          <pc:chgData name="Guest User" userId="" providerId="Windows Live" clId="Web-{96357F4B-1376-5650-394A-AA9FA2652404}" dt="2025-08-09T14:43:02.582" v="9"/>
          <pc:sldLayoutMkLst>
            <pc:docMk/>
            <pc:sldMasterMk cId="4258094446" sldId="2147483762"/>
            <pc:sldLayoutMk cId="1880134641" sldId="2147483768"/>
          </pc:sldLayoutMkLst>
        </pc:sldLayoutChg>
        <pc:sldLayoutChg chg="add del mod replId">
          <pc:chgData name="Guest User" userId="" providerId="Windows Live" clId="Web-{96357F4B-1376-5650-394A-AA9FA2652404}" dt="2025-08-09T14:43:02.582" v="9"/>
          <pc:sldLayoutMkLst>
            <pc:docMk/>
            <pc:sldMasterMk cId="4258094446" sldId="2147483762"/>
            <pc:sldLayoutMk cId="2030003180" sldId="2147483769"/>
          </pc:sldLayoutMkLst>
        </pc:sldLayoutChg>
        <pc:sldLayoutChg chg="add del mod replId">
          <pc:chgData name="Guest User" userId="" providerId="Windows Live" clId="Web-{96357F4B-1376-5650-394A-AA9FA2652404}" dt="2025-08-09T14:43:02.582" v="9"/>
          <pc:sldLayoutMkLst>
            <pc:docMk/>
            <pc:sldMasterMk cId="4258094446" sldId="2147483762"/>
            <pc:sldLayoutMk cId="548216697" sldId="2147483770"/>
          </pc:sldLayoutMkLst>
        </pc:sldLayoutChg>
        <pc:sldLayoutChg chg="add del mod replId">
          <pc:chgData name="Guest User" userId="" providerId="Windows Live" clId="Web-{96357F4B-1376-5650-394A-AA9FA2652404}" dt="2025-08-09T14:43:02.582" v="9"/>
          <pc:sldLayoutMkLst>
            <pc:docMk/>
            <pc:sldMasterMk cId="4258094446" sldId="2147483762"/>
            <pc:sldLayoutMk cId="2000110046" sldId="2147483771"/>
          </pc:sldLayoutMkLst>
        </pc:sldLayoutChg>
        <pc:sldLayoutChg chg="add del mod replId">
          <pc:chgData name="Guest User" userId="" providerId="Windows Live" clId="Web-{96357F4B-1376-5650-394A-AA9FA2652404}" dt="2025-08-09T14:43:02.582" v="9"/>
          <pc:sldLayoutMkLst>
            <pc:docMk/>
            <pc:sldMasterMk cId="4258094446" sldId="2147483762"/>
            <pc:sldLayoutMk cId="1722285982" sldId="2147483772"/>
          </pc:sldLayoutMkLst>
        </pc:sldLayoutChg>
        <pc:sldLayoutChg chg="add del mod replId">
          <pc:chgData name="Guest User" userId="" providerId="Windows Live" clId="Web-{96357F4B-1376-5650-394A-AA9FA2652404}" dt="2025-08-09T14:43:02.582" v="9"/>
          <pc:sldLayoutMkLst>
            <pc:docMk/>
            <pc:sldMasterMk cId="4258094446" sldId="2147483762"/>
            <pc:sldLayoutMk cId="2323616768" sldId="2147483773"/>
          </pc:sldLayoutMkLst>
        </pc:sldLayoutChg>
        <pc:sldLayoutChg chg="add del mod replId">
          <pc:chgData name="Guest User" userId="" providerId="Windows Live" clId="Web-{96357F4B-1376-5650-394A-AA9FA2652404}" dt="2025-08-09T14:43:02.582" v="9"/>
          <pc:sldLayoutMkLst>
            <pc:docMk/>
            <pc:sldMasterMk cId="4258094446" sldId="2147483762"/>
            <pc:sldLayoutMk cId="1833204291" sldId="2147483774"/>
          </pc:sldLayoutMkLst>
        </pc:sldLayoutChg>
        <pc:sldLayoutChg chg="add del mod replId">
          <pc:chgData name="Guest User" userId="" providerId="Windows Live" clId="Web-{96357F4B-1376-5650-394A-AA9FA2652404}" dt="2025-08-09T14:43:02.582" v="9"/>
          <pc:sldLayoutMkLst>
            <pc:docMk/>
            <pc:sldMasterMk cId="4258094446" sldId="2147483762"/>
            <pc:sldLayoutMk cId="1513597759" sldId="2147483775"/>
          </pc:sldLayoutMkLst>
        </pc:sldLayoutChg>
        <pc:sldLayoutChg chg="add del mod replId">
          <pc:chgData name="Guest User" userId="" providerId="Windows Live" clId="Web-{96357F4B-1376-5650-394A-AA9FA2652404}" dt="2025-08-09T14:43:02.582" v="9"/>
          <pc:sldLayoutMkLst>
            <pc:docMk/>
            <pc:sldMasterMk cId="4258094446" sldId="2147483762"/>
            <pc:sldLayoutMk cId="1371810923" sldId="2147483776"/>
          </pc:sldLayoutMkLst>
        </pc:sldLayoutChg>
        <pc:sldLayoutChg chg="add del mod replId">
          <pc:chgData name="Guest User" userId="" providerId="Windows Live" clId="Web-{96357F4B-1376-5650-394A-AA9FA2652404}" dt="2025-08-09T14:43:02.582" v="9"/>
          <pc:sldLayoutMkLst>
            <pc:docMk/>
            <pc:sldMasterMk cId="4258094446" sldId="2147483762"/>
            <pc:sldLayoutMk cId="719618289" sldId="2147483777"/>
          </pc:sldLayoutMkLst>
        </pc:sldLayoutChg>
        <pc:sldLayoutChg chg="add del mod replId">
          <pc:chgData name="Guest User" userId="" providerId="Windows Live" clId="Web-{96357F4B-1376-5650-394A-AA9FA2652404}" dt="2025-08-09T14:43:02.582" v="9"/>
          <pc:sldLayoutMkLst>
            <pc:docMk/>
            <pc:sldMasterMk cId="4258094446" sldId="2147483762"/>
            <pc:sldLayoutMk cId="3053200359" sldId="2147483778"/>
          </pc:sldLayoutMkLst>
        </pc:sldLayoutChg>
        <pc:sldLayoutChg chg="add del mod replId">
          <pc:chgData name="Guest User" userId="" providerId="Windows Live" clId="Web-{96357F4B-1376-5650-394A-AA9FA2652404}" dt="2025-08-09T14:43:02.582" v="9"/>
          <pc:sldLayoutMkLst>
            <pc:docMk/>
            <pc:sldMasterMk cId="4258094446" sldId="2147483762"/>
            <pc:sldLayoutMk cId="2621462578" sldId="2147483779"/>
          </pc:sldLayoutMkLst>
        </pc:sldLayoutChg>
      </pc:sldMasterChg>
      <pc:sldMasterChg chg="add del addSldLayout delSldLayout modSldLayout">
        <pc:chgData name="Guest User" userId="" providerId="Windows Live" clId="Web-{96357F4B-1376-5650-394A-AA9FA2652404}" dt="2025-08-09T14:43:02.582" v="9"/>
        <pc:sldMasterMkLst>
          <pc:docMk/>
          <pc:sldMasterMk cId="1538336898" sldId="2147483780"/>
        </pc:sldMasterMkLst>
        <pc:sldLayoutChg chg="add del mod replId">
          <pc:chgData name="Guest User" userId="" providerId="Windows Live" clId="Web-{96357F4B-1376-5650-394A-AA9FA2652404}" dt="2025-08-09T14:43:02.582" v="9"/>
          <pc:sldLayoutMkLst>
            <pc:docMk/>
            <pc:sldMasterMk cId="1538336898" sldId="2147483780"/>
            <pc:sldLayoutMk cId="4024656504" sldId="2147483781"/>
          </pc:sldLayoutMkLst>
        </pc:sldLayoutChg>
        <pc:sldLayoutChg chg="add del mod replId">
          <pc:chgData name="Guest User" userId="" providerId="Windows Live" clId="Web-{96357F4B-1376-5650-394A-AA9FA2652404}" dt="2025-08-09T14:43:02.582" v="9"/>
          <pc:sldLayoutMkLst>
            <pc:docMk/>
            <pc:sldMasterMk cId="1538336898" sldId="2147483780"/>
            <pc:sldLayoutMk cId="153951098" sldId="2147483782"/>
          </pc:sldLayoutMkLst>
        </pc:sldLayoutChg>
        <pc:sldLayoutChg chg="add del mod replId">
          <pc:chgData name="Guest User" userId="" providerId="Windows Live" clId="Web-{96357F4B-1376-5650-394A-AA9FA2652404}" dt="2025-08-09T14:43:02.582" v="9"/>
          <pc:sldLayoutMkLst>
            <pc:docMk/>
            <pc:sldMasterMk cId="1538336898" sldId="2147483780"/>
            <pc:sldLayoutMk cId="1930194492" sldId="2147483783"/>
          </pc:sldLayoutMkLst>
        </pc:sldLayoutChg>
        <pc:sldLayoutChg chg="add del mod replId">
          <pc:chgData name="Guest User" userId="" providerId="Windows Live" clId="Web-{96357F4B-1376-5650-394A-AA9FA2652404}" dt="2025-08-09T14:43:02.582" v="9"/>
          <pc:sldLayoutMkLst>
            <pc:docMk/>
            <pc:sldMasterMk cId="1538336898" sldId="2147483780"/>
            <pc:sldLayoutMk cId="2707212385" sldId="2147483784"/>
          </pc:sldLayoutMkLst>
        </pc:sldLayoutChg>
        <pc:sldLayoutChg chg="add del mod replId">
          <pc:chgData name="Guest User" userId="" providerId="Windows Live" clId="Web-{96357F4B-1376-5650-394A-AA9FA2652404}" dt="2025-08-09T14:43:02.582" v="9"/>
          <pc:sldLayoutMkLst>
            <pc:docMk/>
            <pc:sldMasterMk cId="1538336898" sldId="2147483780"/>
            <pc:sldLayoutMk cId="1674319520" sldId="2147483785"/>
          </pc:sldLayoutMkLst>
        </pc:sldLayoutChg>
        <pc:sldLayoutChg chg="add del mod replId">
          <pc:chgData name="Guest User" userId="" providerId="Windows Live" clId="Web-{96357F4B-1376-5650-394A-AA9FA2652404}" dt="2025-08-09T14:43:02.582" v="9"/>
          <pc:sldLayoutMkLst>
            <pc:docMk/>
            <pc:sldMasterMk cId="1538336898" sldId="2147483780"/>
            <pc:sldLayoutMk cId="3658469176" sldId="2147483786"/>
          </pc:sldLayoutMkLst>
        </pc:sldLayoutChg>
        <pc:sldLayoutChg chg="add del mod replId">
          <pc:chgData name="Guest User" userId="" providerId="Windows Live" clId="Web-{96357F4B-1376-5650-394A-AA9FA2652404}" dt="2025-08-09T14:43:02.582" v="9"/>
          <pc:sldLayoutMkLst>
            <pc:docMk/>
            <pc:sldMasterMk cId="1538336898" sldId="2147483780"/>
            <pc:sldLayoutMk cId="3619774340" sldId="2147483787"/>
          </pc:sldLayoutMkLst>
        </pc:sldLayoutChg>
        <pc:sldLayoutChg chg="add del mod replId">
          <pc:chgData name="Guest User" userId="" providerId="Windows Live" clId="Web-{96357F4B-1376-5650-394A-AA9FA2652404}" dt="2025-08-09T14:43:02.582" v="9"/>
          <pc:sldLayoutMkLst>
            <pc:docMk/>
            <pc:sldMasterMk cId="1538336898" sldId="2147483780"/>
            <pc:sldLayoutMk cId="407826492" sldId="2147483788"/>
          </pc:sldLayoutMkLst>
        </pc:sldLayoutChg>
        <pc:sldLayoutChg chg="add del mod replId">
          <pc:chgData name="Guest User" userId="" providerId="Windows Live" clId="Web-{96357F4B-1376-5650-394A-AA9FA2652404}" dt="2025-08-09T14:43:02.582" v="9"/>
          <pc:sldLayoutMkLst>
            <pc:docMk/>
            <pc:sldMasterMk cId="1538336898" sldId="2147483780"/>
            <pc:sldLayoutMk cId="1184749388" sldId="2147483789"/>
          </pc:sldLayoutMkLst>
        </pc:sldLayoutChg>
        <pc:sldLayoutChg chg="add del mod replId">
          <pc:chgData name="Guest User" userId="" providerId="Windows Live" clId="Web-{96357F4B-1376-5650-394A-AA9FA2652404}" dt="2025-08-09T14:43:02.582" v="9"/>
          <pc:sldLayoutMkLst>
            <pc:docMk/>
            <pc:sldMasterMk cId="1538336898" sldId="2147483780"/>
            <pc:sldLayoutMk cId="306740988" sldId="2147483790"/>
          </pc:sldLayoutMkLst>
        </pc:sldLayoutChg>
        <pc:sldLayoutChg chg="add del mod replId">
          <pc:chgData name="Guest User" userId="" providerId="Windows Live" clId="Web-{96357F4B-1376-5650-394A-AA9FA2652404}" dt="2025-08-09T14:43:02.582" v="9"/>
          <pc:sldLayoutMkLst>
            <pc:docMk/>
            <pc:sldMasterMk cId="1538336898" sldId="2147483780"/>
            <pc:sldLayoutMk cId="106078134" sldId="2147483791"/>
          </pc:sldLayoutMkLst>
        </pc:sldLayoutChg>
      </pc:sldMasterChg>
    </pc:docChg>
  </pc:docChgLst>
  <pc:docChgLst>
    <pc:chgData name="Guest User" providerId="Windows Live" clId="Web-{3622AFAB-E387-2E9E-44B9-AF1B039A0F8D}"/>
    <pc:docChg chg="modSld addMainMaster delMainMaster">
      <pc:chgData name="Guest User" userId="" providerId="Windows Live" clId="Web-{3622AFAB-E387-2E9E-44B9-AF1B039A0F8D}" dt="2025-08-09T14:53:04.892" v="3" actId="1076"/>
      <pc:docMkLst>
        <pc:docMk/>
      </pc:docMkLst>
      <pc:sldChg chg="modSp mod modClrScheme chgLayout">
        <pc:chgData name="Guest User" userId="" providerId="Windows Live" clId="Web-{3622AFAB-E387-2E9E-44B9-AF1B039A0F8D}" dt="2025-08-09T14:51:02.798" v="0"/>
        <pc:sldMkLst>
          <pc:docMk/>
          <pc:sldMk cId="0" sldId="256"/>
        </pc:sldMkLst>
        <pc:spChg chg="mod ord">
          <ac:chgData name="Guest User" userId="" providerId="Windows Live" clId="Web-{3622AFAB-E387-2E9E-44B9-AF1B039A0F8D}" dt="2025-08-09T14:51:02.798" v="0"/>
          <ac:spMkLst>
            <pc:docMk/>
            <pc:sldMk cId="0" sldId="256"/>
            <ac:spMk id="84" creationId="{00000000-0000-0000-0000-000000000000}"/>
          </ac:spMkLst>
        </pc:spChg>
      </pc:sldChg>
      <pc:sldChg chg="modSp mod modClrScheme chgLayout">
        <pc:chgData name="Guest User" userId="" providerId="Windows Live" clId="Web-{3622AFAB-E387-2E9E-44B9-AF1B039A0F8D}" dt="2025-08-09T14:51:02.798" v="0"/>
        <pc:sldMkLst>
          <pc:docMk/>
          <pc:sldMk cId="0" sldId="257"/>
        </pc:sldMkLst>
        <pc:spChg chg="mod ord">
          <ac:chgData name="Guest User" userId="" providerId="Windows Live" clId="Web-{3622AFAB-E387-2E9E-44B9-AF1B039A0F8D}" dt="2025-08-09T14:51:02.798" v="0"/>
          <ac:spMkLst>
            <pc:docMk/>
            <pc:sldMk cId="0" sldId="257"/>
            <ac:spMk id="93" creationId="{00000000-0000-0000-0000-000000000000}"/>
          </ac:spMkLst>
        </pc:spChg>
      </pc:sldChg>
      <pc:sldChg chg="mod modClrScheme chgLayout">
        <pc:chgData name="Guest User" userId="" providerId="Windows Live" clId="Web-{3622AFAB-E387-2E9E-44B9-AF1B039A0F8D}" dt="2025-08-09T14:51:02.798" v="0"/>
        <pc:sldMkLst>
          <pc:docMk/>
          <pc:sldMk cId="0" sldId="258"/>
        </pc:sldMkLst>
      </pc:sldChg>
      <pc:sldChg chg="modSp mod modClrScheme chgLayout">
        <pc:chgData name="Guest User" userId="" providerId="Windows Live" clId="Web-{3622AFAB-E387-2E9E-44B9-AF1B039A0F8D}" dt="2025-08-09T14:51:02.798" v="0"/>
        <pc:sldMkLst>
          <pc:docMk/>
          <pc:sldMk cId="0" sldId="259"/>
        </pc:sldMkLst>
        <pc:spChg chg="mod ord">
          <ac:chgData name="Guest User" userId="" providerId="Windows Live" clId="Web-{3622AFAB-E387-2E9E-44B9-AF1B039A0F8D}" dt="2025-08-09T14:51:02.798" v="0"/>
          <ac:spMkLst>
            <pc:docMk/>
            <pc:sldMk cId="0" sldId="259"/>
            <ac:spMk id="5" creationId="{15F2EE59-4D83-07D7-FF53-9139FCA5235B}"/>
          </ac:spMkLst>
        </pc:spChg>
      </pc:sldChg>
      <pc:sldChg chg="modSp mod modClrScheme chgLayout">
        <pc:chgData name="Guest User" userId="" providerId="Windows Live" clId="Web-{3622AFAB-E387-2E9E-44B9-AF1B039A0F8D}" dt="2025-08-09T14:53:04.892" v="3" actId="1076"/>
        <pc:sldMkLst>
          <pc:docMk/>
          <pc:sldMk cId="0" sldId="260"/>
        </pc:sldMkLst>
        <pc:spChg chg="mod ord">
          <ac:chgData name="Guest User" userId="" providerId="Windows Live" clId="Web-{3622AFAB-E387-2E9E-44B9-AF1B039A0F8D}" dt="2025-08-09T14:51:02.798" v="0"/>
          <ac:spMkLst>
            <pc:docMk/>
            <pc:sldMk cId="0" sldId="260"/>
            <ac:spMk id="7" creationId="{32AB821C-1E94-5629-222D-E24824600B31}"/>
          </ac:spMkLst>
        </pc:spChg>
        <pc:graphicFrameChg chg="mod modGraphic">
          <ac:chgData name="Guest User" userId="" providerId="Windows Live" clId="Web-{3622AFAB-E387-2E9E-44B9-AF1B039A0F8D}" dt="2025-08-09T14:53:04.892" v="3" actId="1076"/>
          <ac:graphicFrameMkLst>
            <pc:docMk/>
            <pc:sldMk cId="0" sldId="260"/>
            <ac:graphicFrameMk id="12" creationId="{B0204880-19D5-706D-97C7-2067F7974307}"/>
          </ac:graphicFrameMkLst>
        </pc:graphicFrameChg>
      </pc:sldChg>
      <pc:sldChg chg="mod modClrScheme chgLayout">
        <pc:chgData name="Guest User" userId="" providerId="Windows Live" clId="Web-{3622AFAB-E387-2E9E-44B9-AF1B039A0F8D}" dt="2025-08-09T14:51:02.798" v="0"/>
        <pc:sldMkLst>
          <pc:docMk/>
          <pc:sldMk cId="0" sldId="261"/>
        </pc:sldMkLst>
      </pc:sldChg>
      <pc:sldChg chg="modSp mod modClrScheme chgLayout">
        <pc:chgData name="Guest User" userId="" providerId="Windows Live" clId="Web-{3622AFAB-E387-2E9E-44B9-AF1B039A0F8D}" dt="2025-08-09T14:51:02.798" v="0"/>
        <pc:sldMkLst>
          <pc:docMk/>
          <pc:sldMk cId="0" sldId="262"/>
        </pc:sldMkLst>
        <pc:spChg chg="mod ord">
          <ac:chgData name="Guest User" userId="" providerId="Windows Live" clId="Web-{3622AFAB-E387-2E9E-44B9-AF1B039A0F8D}" dt="2025-08-09T14:51:02.798" v="0"/>
          <ac:spMkLst>
            <pc:docMk/>
            <pc:sldMk cId="0" sldId="262"/>
            <ac:spMk id="136" creationId="{00000000-0000-0000-0000-000000000000}"/>
          </ac:spMkLst>
        </pc:spChg>
      </pc:sldChg>
      <pc:sldChg chg="modSp mod modClrScheme chgLayout">
        <pc:chgData name="Guest User" userId="" providerId="Windows Live" clId="Web-{3622AFAB-E387-2E9E-44B9-AF1B039A0F8D}" dt="2025-08-09T14:51:02.798" v="0"/>
        <pc:sldMkLst>
          <pc:docMk/>
          <pc:sldMk cId="975102404" sldId="263"/>
        </pc:sldMkLst>
      </pc:sldChg>
      <pc:sldChg chg="modSp mod modClrScheme chgLayout">
        <pc:chgData name="Guest User" userId="" providerId="Windows Live" clId="Web-{3622AFAB-E387-2E9E-44B9-AF1B039A0F8D}" dt="2025-08-09T14:51:02.798" v="0"/>
        <pc:sldMkLst>
          <pc:docMk/>
          <pc:sldMk cId="809491099" sldId="264"/>
        </pc:sldMkLst>
        <pc:spChg chg="mod ord">
          <ac:chgData name="Guest User" userId="" providerId="Windows Live" clId="Web-{3622AFAB-E387-2E9E-44B9-AF1B039A0F8D}" dt="2025-08-09T14:51:02.798" v="0"/>
          <ac:spMkLst>
            <pc:docMk/>
            <pc:sldMk cId="809491099" sldId="264"/>
            <ac:spMk id="93" creationId="{45B534F0-26B3-5593-75EA-614650171E97}"/>
          </ac:spMkLst>
        </pc:spChg>
      </pc:sldChg>
      <pc:sldChg chg="modSp mod modClrScheme chgLayout">
        <pc:chgData name="Guest User" userId="" providerId="Windows Live" clId="Web-{3622AFAB-E387-2E9E-44B9-AF1B039A0F8D}" dt="2025-08-09T14:51:02.798" v="0"/>
        <pc:sldMkLst>
          <pc:docMk/>
          <pc:sldMk cId="152702987" sldId="265"/>
        </pc:sldMkLst>
        <pc:spChg chg="mod ord">
          <ac:chgData name="Guest User" userId="" providerId="Windows Live" clId="Web-{3622AFAB-E387-2E9E-44B9-AF1B039A0F8D}" dt="2025-08-09T14:51:02.798" v="0"/>
          <ac:spMkLst>
            <pc:docMk/>
            <pc:sldMk cId="152702987" sldId="265"/>
            <ac:spMk id="93" creationId="{9DCD3F38-67AE-23A4-E819-3E2B123AA707}"/>
          </ac:spMkLst>
        </pc:spChg>
      </pc:sldChg>
      <pc:sldMasterChg chg="del delSldLayout">
        <pc:chgData name="Guest User" userId="" providerId="Windows Live" clId="Web-{3622AFAB-E387-2E9E-44B9-AF1B039A0F8D}" dt="2025-08-09T14:51:02.798" v="0"/>
        <pc:sldMasterMkLst>
          <pc:docMk/>
          <pc:sldMasterMk cId="4258094446" sldId="2147483762"/>
        </pc:sldMasterMkLst>
        <pc:sldLayoutChg chg="del">
          <pc:chgData name="Guest User" userId="" providerId="Windows Live" clId="Web-{3622AFAB-E387-2E9E-44B9-AF1B039A0F8D}" dt="2025-08-09T14:51:02.798" v="0"/>
          <pc:sldLayoutMkLst>
            <pc:docMk/>
            <pc:sldMasterMk cId="4258094446" sldId="2147483762"/>
            <pc:sldLayoutMk cId="2398515628" sldId="2147483763"/>
          </pc:sldLayoutMkLst>
        </pc:sldLayoutChg>
        <pc:sldLayoutChg chg="del">
          <pc:chgData name="Guest User" userId="" providerId="Windows Live" clId="Web-{3622AFAB-E387-2E9E-44B9-AF1B039A0F8D}" dt="2025-08-09T14:51:02.798" v="0"/>
          <pc:sldLayoutMkLst>
            <pc:docMk/>
            <pc:sldMasterMk cId="4258094446" sldId="2147483762"/>
            <pc:sldLayoutMk cId="4267719769" sldId="2147483764"/>
          </pc:sldLayoutMkLst>
        </pc:sldLayoutChg>
        <pc:sldLayoutChg chg="del">
          <pc:chgData name="Guest User" userId="" providerId="Windows Live" clId="Web-{3622AFAB-E387-2E9E-44B9-AF1B039A0F8D}" dt="2025-08-09T14:51:02.798" v="0"/>
          <pc:sldLayoutMkLst>
            <pc:docMk/>
            <pc:sldMasterMk cId="4258094446" sldId="2147483762"/>
            <pc:sldLayoutMk cId="555606703" sldId="2147483765"/>
          </pc:sldLayoutMkLst>
        </pc:sldLayoutChg>
        <pc:sldLayoutChg chg="del">
          <pc:chgData name="Guest User" userId="" providerId="Windows Live" clId="Web-{3622AFAB-E387-2E9E-44B9-AF1B039A0F8D}" dt="2025-08-09T14:51:02.798" v="0"/>
          <pc:sldLayoutMkLst>
            <pc:docMk/>
            <pc:sldMasterMk cId="4258094446" sldId="2147483762"/>
            <pc:sldLayoutMk cId="3675550668" sldId="2147483766"/>
          </pc:sldLayoutMkLst>
        </pc:sldLayoutChg>
        <pc:sldLayoutChg chg="del">
          <pc:chgData name="Guest User" userId="" providerId="Windows Live" clId="Web-{3622AFAB-E387-2E9E-44B9-AF1B039A0F8D}" dt="2025-08-09T14:51:02.798" v="0"/>
          <pc:sldLayoutMkLst>
            <pc:docMk/>
            <pc:sldMasterMk cId="4258094446" sldId="2147483762"/>
            <pc:sldLayoutMk cId="1416638832" sldId="2147483767"/>
          </pc:sldLayoutMkLst>
        </pc:sldLayoutChg>
        <pc:sldLayoutChg chg="del">
          <pc:chgData name="Guest User" userId="" providerId="Windows Live" clId="Web-{3622AFAB-E387-2E9E-44B9-AF1B039A0F8D}" dt="2025-08-09T14:51:02.798" v="0"/>
          <pc:sldLayoutMkLst>
            <pc:docMk/>
            <pc:sldMasterMk cId="4258094446" sldId="2147483762"/>
            <pc:sldLayoutMk cId="1880134641" sldId="2147483768"/>
          </pc:sldLayoutMkLst>
        </pc:sldLayoutChg>
        <pc:sldLayoutChg chg="del">
          <pc:chgData name="Guest User" userId="" providerId="Windows Live" clId="Web-{3622AFAB-E387-2E9E-44B9-AF1B039A0F8D}" dt="2025-08-09T14:51:02.798" v="0"/>
          <pc:sldLayoutMkLst>
            <pc:docMk/>
            <pc:sldMasterMk cId="4258094446" sldId="2147483762"/>
            <pc:sldLayoutMk cId="2030003180" sldId="2147483769"/>
          </pc:sldLayoutMkLst>
        </pc:sldLayoutChg>
        <pc:sldLayoutChg chg="del">
          <pc:chgData name="Guest User" userId="" providerId="Windows Live" clId="Web-{3622AFAB-E387-2E9E-44B9-AF1B039A0F8D}" dt="2025-08-09T14:51:02.798" v="0"/>
          <pc:sldLayoutMkLst>
            <pc:docMk/>
            <pc:sldMasterMk cId="4258094446" sldId="2147483762"/>
            <pc:sldLayoutMk cId="548216697" sldId="2147483770"/>
          </pc:sldLayoutMkLst>
        </pc:sldLayoutChg>
        <pc:sldLayoutChg chg="del">
          <pc:chgData name="Guest User" userId="" providerId="Windows Live" clId="Web-{3622AFAB-E387-2E9E-44B9-AF1B039A0F8D}" dt="2025-08-09T14:51:02.798" v="0"/>
          <pc:sldLayoutMkLst>
            <pc:docMk/>
            <pc:sldMasterMk cId="4258094446" sldId="2147483762"/>
            <pc:sldLayoutMk cId="2000110046" sldId="2147483771"/>
          </pc:sldLayoutMkLst>
        </pc:sldLayoutChg>
        <pc:sldLayoutChg chg="del">
          <pc:chgData name="Guest User" userId="" providerId="Windows Live" clId="Web-{3622AFAB-E387-2E9E-44B9-AF1B039A0F8D}" dt="2025-08-09T14:51:02.798" v="0"/>
          <pc:sldLayoutMkLst>
            <pc:docMk/>
            <pc:sldMasterMk cId="4258094446" sldId="2147483762"/>
            <pc:sldLayoutMk cId="1722285982" sldId="2147483772"/>
          </pc:sldLayoutMkLst>
        </pc:sldLayoutChg>
        <pc:sldLayoutChg chg="del">
          <pc:chgData name="Guest User" userId="" providerId="Windows Live" clId="Web-{3622AFAB-E387-2E9E-44B9-AF1B039A0F8D}" dt="2025-08-09T14:51:02.798" v="0"/>
          <pc:sldLayoutMkLst>
            <pc:docMk/>
            <pc:sldMasterMk cId="4258094446" sldId="2147483762"/>
            <pc:sldLayoutMk cId="2323616768" sldId="2147483773"/>
          </pc:sldLayoutMkLst>
        </pc:sldLayoutChg>
        <pc:sldLayoutChg chg="del">
          <pc:chgData name="Guest User" userId="" providerId="Windows Live" clId="Web-{3622AFAB-E387-2E9E-44B9-AF1B039A0F8D}" dt="2025-08-09T14:51:02.798" v="0"/>
          <pc:sldLayoutMkLst>
            <pc:docMk/>
            <pc:sldMasterMk cId="4258094446" sldId="2147483762"/>
            <pc:sldLayoutMk cId="1833204291" sldId="2147483774"/>
          </pc:sldLayoutMkLst>
        </pc:sldLayoutChg>
        <pc:sldLayoutChg chg="del">
          <pc:chgData name="Guest User" userId="" providerId="Windows Live" clId="Web-{3622AFAB-E387-2E9E-44B9-AF1B039A0F8D}" dt="2025-08-09T14:51:02.798" v="0"/>
          <pc:sldLayoutMkLst>
            <pc:docMk/>
            <pc:sldMasterMk cId="4258094446" sldId="2147483762"/>
            <pc:sldLayoutMk cId="1513597759" sldId="2147483775"/>
          </pc:sldLayoutMkLst>
        </pc:sldLayoutChg>
        <pc:sldLayoutChg chg="del">
          <pc:chgData name="Guest User" userId="" providerId="Windows Live" clId="Web-{3622AFAB-E387-2E9E-44B9-AF1B039A0F8D}" dt="2025-08-09T14:51:02.798" v="0"/>
          <pc:sldLayoutMkLst>
            <pc:docMk/>
            <pc:sldMasterMk cId="4258094446" sldId="2147483762"/>
            <pc:sldLayoutMk cId="1371810923" sldId="2147483776"/>
          </pc:sldLayoutMkLst>
        </pc:sldLayoutChg>
        <pc:sldLayoutChg chg="del">
          <pc:chgData name="Guest User" userId="" providerId="Windows Live" clId="Web-{3622AFAB-E387-2E9E-44B9-AF1B039A0F8D}" dt="2025-08-09T14:51:02.798" v="0"/>
          <pc:sldLayoutMkLst>
            <pc:docMk/>
            <pc:sldMasterMk cId="4258094446" sldId="2147483762"/>
            <pc:sldLayoutMk cId="719618289" sldId="2147483777"/>
          </pc:sldLayoutMkLst>
        </pc:sldLayoutChg>
        <pc:sldLayoutChg chg="del">
          <pc:chgData name="Guest User" userId="" providerId="Windows Live" clId="Web-{3622AFAB-E387-2E9E-44B9-AF1B039A0F8D}" dt="2025-08-09T14:51:02.798" v="0"/>
          <pc:sldLayoutMkLst>
            <pc:docMk/>
            <pc:sldMasterMk cId="4258094446" sldId="2147483762"/>
            <pc:sldLayoutMk cId="3053200359" sldId="2147483778"/>
          </pc:sldLayoutMkLst>
        </pc:sldLayoutChg>
        <pc:sldLayoutChg chg="del">
          <pc:chgData name="Guest User" userId="" providerId="Windows Live" clId="Web-{3622AFAB-E387-2E9E-44B9-AF1B039A0F8D}" dt="2025-08-09T14:51:02.798" v="0"/>
          <pc:sldLayoutMkLst>
            <pc:docMk/>
            <pc:sldMasterMk cId="4258094446" sldId="2147483762"/>
            <pc:sldLayoutMk cId="2621462578" sldId="2147483779"/>
          </pc:sldLayoutMkLst>
        </pc:sldLayoutChg>
      </pc:sldMasterChg>
      <pc:sldMasterChg chg="add addSldLayout modSldLayout">
        <pc:chgData name="Guest User" userId="" providerId="Windows Live" clId="Web-{3622AFAB-E387-2E9E-44B9-AF1B039A0F8D}" dt="2025-08-09T14:51:02.798" v="0"/>
        <pc:sldMasterMkLst>
          <pc:docMk/>
          <pc:sldMasterMk cId="2254178667" sldId="2147483780"/>
        </pc:sldMasterMkLst>
        <pc:sldLayoutChg chg="add mod replId">
          <pc:chgData name="Guest User" userId="" providerId="Windows Live" clId="Web-{3622AFAB-E387-2E9E-44B9-AF1B039A0F8D}" dt="2025-08-09T14:51:02.798" v="0"/>
          <pc:sldLayoutMkLst>
            <pc:docMk/>
            <pc:sldMasterMk cId="2254178667" sldId="2147483780"/>
            <pc:sldLayoutMk cId="2044188061" sldId="2147483781"/>
          </pc:sldLayoutMkLst>
        </pc:sldLayoutChg>
        <pc:sldLayoutChg chg="add mod replId">
          <pc:chgData name="Guest User" userId="" providerId="Windows Live" clId="Web-{3622AFAB-E387-2E9E-44B9-AF1B039A0F8D}" dt="2025-08-09T14:51:02.798" v="0"/>
          <pc:sldLayoutMkLst>
            <pc:docMk/>
            <pc:sldMasterMk cId="2254178667" sldId="2147483780"/>
            <pc:sldLayoutMk cId="392430996" sldId="2147483782"/>
          </pc:sldLayoutMkLst>
        </pc:sldLayoutChg>
        <pc:sldLayoutChg chg="add mod replId">
          <pc:chgData name="Guest User" userId="" providerId="Windows Live" clId="Web-{3622AFAB-E387-2E9E-44B9-AF1B039A0F8D}" dt="2025-08-09T14:51:02.798" v="0"/>
          <pc:sldLayoutMkLst>
            <pc:docMk/>
            <pc:sldMasterMk cId="2254178667" sldId="2147483780"/>
            <pc:sldLayoutMk cId="3327216316" sldId="2147483783"/>
          </pc:sldLayoutMkLst>
        </pc:sldLayoutChg>
        <pc:sldLayoutChg chg="add mod replId">
          <pc:chgData name="Guest User" userId="" providerId="Windows Live" clId="Web-{3622AFAB-E387-2E9E-44B9-AF1B039A0F8D}" dt="2025-08-09T14:51:02.798" v="0"/>
          <pc:sldLayoutMkLst>
            <pc:docMk/>
            <pc:sldMasterMk cId="2254178667" sldId="2147483780"/>
            <pc:sldLayoutMk cId="231464647" sldId="2147483784"/>
          </pc:sldLayoutMkLst>
        </pc:sldLayoutChg>
        <pc:sldLayoutChg chg="add mod replId">
          <pc:chgData name="Guest User" userId="" providerId="Windows Live" clId="Web-{3622AFAB-E387-2E9E-44B9-AF1B039A0F8D}" dt="2025-08-09T14:51:02.798" v="0"/>
          <pc:sldLayoutMkLst>
            <pc:docMk/>
            <pc:sldMasterMk cId="2254178667" sldId="2147483780"/>
            <pc:sldLayoutMk cId="401185196" sldId="2147483785"/>
          </pc:sldLayoutMkLst>
        </pc:sldLayoutChg>
        <pc:sldLayoutChg chg="add mod replId">
          <pc:chgData name="Guest User" userId="" providerId="Windows Live" clId="Web-{3622AFAB-E387-2E9E-44B9-AF1B039A0F8D}" dt="2025-08-09T14:51:02.798" v="0"/>
          <pc:sldLayoutMkLst>
            <pc:docMk/>
            <pc:sldMasterMk cId="2254178667" sldId="2147483780"/>
            <pc:sldLayoutMk cId="3622769329" sldId="2147483786"/>
          </pc:sldLayoutMkLst>
        </pc:sldLayoutChg>
        <pc:sldLayoutChg chg="add mod replId">
          <pc:chgData name="Guest User" userId="" providerId="Windows Live" clId="Web-{3622AFAB-E387-2E9E-44B9-AF1B039A0F8D}" dt="2025-08-09T14:51:02.798" v="0"/>
          <pc:sldLayoutMkLst>
            <pc:docMk/>
            <pc:sldMasterMk cId="2254178667" sldId="2147483780"/>
            <pc:sldLayoutMk cId="1761421795" sldId="2147483787"/>
          </pc:sldLayoutMkLst>
        </pc:sldLayoutChg>
        <pc:sldLayoutChg chg="add mod replId">
          <pc:chgData name="Guest User" userId="" providerId="Windows Live" clId="Web-{3622AFAB-E387-2E9E-44B9-AF1B039A0F8D}" dt="2025-08-09T14:51:02.798" v="0"/>
          <pc:sldLayoutMkLst>
            <pc:docMk/>
            <pc:sldMasterMk cId="2254178667" sldId="2147483780"/>
            <pc:sldLayoutMk cId="3094189659" sldId="2147483788"/>
          </pc:sldLayoutMkLst>
        </pc:sldLayoutChg>
        <pc:sldLayoutChg chg="add mod replId">
          <pc:chgData name="Guest User" userId="" providerId="Windows Live" clId="Web-{3622AFAB-E387-2E9E-44B9-AF1B039A0F8D}" dt="2025-08-09T14:51:02.798" v="0"/>
          <pc:sldLayoutMkLst>
            <pc:docMk/>
            <pc:sldMasterMk cId="2254178667" sldId="2147483780"/>
            <pc:sldLayoutMk cId="1665147766" sldId="2147483789"/>
          </pc:sldLayoutMkLst>
        </pc:sldLayoutChg>
        <pc:sldLayoutChg chg="add mod replId">
          <pc:chgData name="Guest User" userId="" providerId="Windows Live" clId="Web-{3622AFAB-E387-2E9E-44B9-AF1B039A0F8D}" dt="2025-08-09T14:51:02.798" v="0"/>
          <pc:sldLayoutMkLst>
            <pc:docMk/>
            <pc:sldMasterMk cId="2254178667" sldId="2147483780"/>
            <pc:sldLayoutMk cId="4282670667" sldId="2147483790"/>
          </pc:sldLayoutMkLst>
        </pc:sldLayoutChg>
        <pc:sldLayoutChg chg="add mod replId">
          <pc:chgData name="Guest User" userId="" providerId="Windows Live" clId="Web-{3622AFAB-E387-2E9E-44B9-AF1B039A0F8D}" dt="2025-08-09T14:51:02.798" v="0"/>
          <pc:sldLayoutMkLst>
            <pc:docMk/>
            <pc:sldMasterMk cId="2254178667" sldId="2147483780"/>
            <pc:sldLayoutMk cId="4183675746" sldId="2147483791"/>
          </pc:sldLayoutMkLst>
        </pc:sldLayoutChg>
      </pc:sldMasterChg>
    </pc:docChg>
  </pc:docChgLst>
  <pc:docChgLst>
    <pc:chgData name="Guest User" providerId="Windows Live" clId="Web-{CA8D481A-6BDE-D424-4095-898DAFFE679C}"/>
    <pc:docChg chg="modSld">
      <pc:chgData name="Guest User" userId="" providerId="Windows Live" clId="Web-{CA8D481A-6BDE-D424-4095-898DAFFE679C}" dt="2025-08-11T01:10:11.314" v="3" actId="14100"/>
      <pc:docMkLst>
        <pc:docMk/>
      </pc:docMkLst>
      <pc:sldChg chg="modSp">
        <pc:chgData name="Guest User" userId="" providerId="Windows Live" clId="Web-{CA8D481A-6BDE-D424-4095-898DAFFE679C}" dt="2025-08-11T00:59:48.600" v="2" actId="20577"/>
        <pc:sldMkLst>
          <pc:docMk/>
          <pc:sldMk cId="0" sldId="262"/>
        </pc:sldMkLst>
        <pc:spChg chg="mod">
          <ac:chgData name="Guest User" userId="" providerId="Windows Live" clId="Web-{CA8D481A-6BDE-D424-4095-898DAFFE679C}" dt="2025-08-11T00:59:48.600" v="2" actId="20577"/>
          <ac:spMkLst>
            <pc:docMk/>
            <pc:sldMk cId="0" sldId="262"/>
            <ac:spMk id="136" creationId="{00000000-0000-0000-0000-000000000000}"/>
          </ac:spMkLst>
        </pc:spChg>
      </pc:sldChg>
      <pc:sldChg chg="modSp">
        <pc:chgData name="Guest User" userId="" providerId="Windows Live" clId="Web-{CA8D481A-6BDE-D424-4095-898DAFFE679C}" dt="2025-08-11T01:10:11.314" v="3" actId="14100"/>
        <pc:sldMkLst>
          <pc:docMk/>
          <pc:sldMk cId="975102404" sldId="263"/>
        </pc:sldMkLst>
        <pc:graphicFrameChg chg="mod">
          <ac:chgData name="Guest User" userId="" providerId="Windows Live" clId="Web-{CA8D481A-6BDE-D424-4095-898DAFFE679C}" dt="2025-08-11T01:10:11.314" v="3" actId="14100"/>
          <ac:graphicFrameMkLst>
            <pc:docMk/>
            <pc:sldMk cId="975102404" sldId="263"/>
            <ac:graphicFrameMk id="12" creationId="{5EFC1627-2D2D-FF7C-212A-4096FA92B96B}"/>
          </ac:graphicFrameMkLst>
        </pc:graphicFrameChg>
      </pc:sldChg>
    </pc:docChg>
  </pc:docChgLst>
  <pc:docChgLst>
    <pc:chgData name="Guest User" providerId="Windows Live" clId="Web-{08FB7A6B-C06E-355A-A1B3-B32387F53C37}"/>
    <pc:docChg chg="modSld">
      <pc:chgData name="Guest User" userId="" providerId="Windows Live" clId="Web-{08FB7A6B-C06E-355A-A1B3-B32387F53C37}" dt="2025-08-08T12:34:10.369" v="9" actId="20577"/>
      <pc:docMkLst>
        <pc:docMk/>
      </pc:docMkLst>
      <pc:sldChg chg="modSp">
        <pc:chgData name="Guest User" userId="" providerId="Windows Live" clId="Web-{08FB7A6B-C06E-355A-A1B3-B32387F53C37}" dt="2025-08-08T12:03:38.111" v="1" actId="20577"/>
        <pc:sldMkLst>
          <pc:docMk/>
          <pc:sldMk cId="0" sldId="256"/>
        </pc:sldMkLst>
        <pc:spChg chg="mod">
          <ac:chgData name="Guest User" userId="" providerId="Windows Live" clId="Web-{08FB7A6B-C06E-355A-A1B3-B32387F53C37}" dt="2025-08-08T12:03:38.111" v="1" actId="20577"/>
          <ac:spMkLst>
            <pc:docMk/>
            <pc:sldMk cId="0" sldId="256"/>
            <ac:spMk id="88" creationId="{00000000-0000-0000-0000-000000000000}"/>
          </ac:spMkLst>
        </pc:spChg>
      </pc:sldChg>
      <pc:sldChg chg="modSp">
        <pc:chgData name="Guest User" userId="" providerId="Windows Live" clId="Web-{08FB7A6B-C06E-355A-A1B3-B32387F53C37}" dt="2025-08-08T12:34:10.369" v="9" actId="20577"/>
        <pc:sldMkLst>
          <pc:docMk/>
          <pc:sldMk cId="0" sldId="257"/>
        </pc:sldMkLst>
        <pc:spChg chg="mod">
          <ac:chgData name="Guest User" userId="" providerId="Windows Live" clId="Web-{08FB7A6B-C06E-355A-A1B3-B32387F53C37}" dt="2025-08-08T12:34:10.369" v="9" actId="20577"/>
          <ac:spMkLst>
            <pc:docMk/>
            <pc:sldMk cId="0" sldId="257"/>
            <ac:spMk id="93" creationId="{00000000-0000-0000-0000-000000000000}"/>
          </ac:spMkLst>
        </pc:spChg>
      </pc:sldChg>
      <pc:sldChg chg="modSp">
        <pc:chgData name="Guest User" userId="" providerId="Windows Live" clId="Web-{08FB7A6B-C06E-355A-A1B3-B32387F53C37}" dt="2025-08-08T12:12:24.312" v="6" actId="20577"/>
        <pc:sldMkLst>
          <pc:docMk/>
          <pc:sldMk cId="0" sldId="258"/>
        </pc:sldMkLst>
        <pc:spChg chg="mod">
          <ac:chgData name="Guest User" userId="" providerId="Windows Live" clId="Web-{08FB7A6B-C06E-355A-A1B3-B32387F53C37}" dt="2025-08-08T12:12:24.312" v="6" actId="20577"/>
          <ac:spMkLst>
            <pc:docMk/>
            <pc:sldMk cId="0" sldId="258"/>
            <ac:spMk id="105"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05_0.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07_3A1EE1C4.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a:t>Testing</a:t>
            </a:r>
            <a:endParaRPr lang="en-IN"/>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Geopolymer bricks</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cat>
            <c:strRef>
              <c:f>Sheet1!$A$2:$A$6</c:f>
              <c:strCache>
                <c:ptCount val="4"/>
                <c:pt idx="0">
                  <c:v>Compressive strength</c:v>
                </c:pt>
                <c:pt idx="1">
                  <c:v>Water Absorption</c:v>
                </c:pt>
                <c:pt idx="2">
                  <c:v>Tensile strength</c:v>
                </c:pt>
                <c:pt idx="3">
                  <c:v>Acid Resistance(HCl)</c:v>
                </c:pt>
              </c:strCache>
            </c:strRef>
          </c:cat>
          <c:val>
            <c:numRef>
              <c:f>Sheet1!$B$2:$B$6</c:f>
              <c:numCache>
                <c:formatCode>General</c:formatCode>
                <c:ptCount val="5"/>
                <c:pt idx="0">
                  <c:v>16.11</c:v>
                </c:pt>
                <c:pt idx="1">
                  <c:v>1.44</c:v>
                </c:pt>
                <c:pt idx="2">
                  <c:v>2.59</c:v>
                </c:pt>
                <c:pt idx="3">
                  <c:v>0.32</c:v>
                </c:pt>
              </c:numCache>
            </c:numRef>
          </c:val>
          <c:extLst>
            <c:ext xmlns:c16="http://schemas.microsoft.com/office/drawing/2014/chart" uri="{C3380CC4-5D6E-409C-BE32-E72D297353CC}">
              <c16:uniqueId val="{00000000-8207-480D-8099-78D8F74E69EA}"/>
            </c:ext>
          </c:extLst>
        </c:ser>
        <c:ser>
          <c:idx val="1"/>
          <c:order val="1"/>
          <c:tx>
            <c:strRef>
              <c:f>Sheet1!$C$1</c:f>
              <c:strCache>
                <c:ptCount val="1"/>
                <c:pt idx="0">
                  <c:v>Traditional bricks</c:v>
                </c:pt>
              </c:strCache>
            </c:strRef>
          </c:tx>
          <c:spPr>
            <a:noFill/>
            <a:ln w="9525" cap="flat" cmpd="sng" algn="ctr">
              <a:solidFill>
                <a:schemeClr val="accent2"/>
              </a:solidFill>
              <a:miter lim="800000"/>
            </a:ln>
            <a:effectLst>
              <a:glow rad="63500">
                <a:schemeClr val="accent2">
                  <a:satMod val="175000"/>
                  <a:alpha val="25000"/>
                </a:schemeClr>
              </a:glow>
            </a:effectLst>
          </c:spPr>
          <c:invertIfNegative val="0"/>
          <c:cat>
            <c:strRef>
              <c:f>Sheet1!$A$2:$A$6</c:f>
              <c:strCache>
                <c:ptCount val="4"/>
                <c:pt idx="0">
                  <c:v>Compressive strength</c:v>
                </c:pt>
                <c:pt idx="1">
                  <c:v>Water Absorption</c:v>
                </c:pt>
                <c:pt idx="2">
                  <c:v>Tensile strength</c:v>
                </c:pt>
                <c:pt idx="3">
                  <c:v>Acid Resistance(HCl)</c:v>
                </c:pt>
              </c:strCache>
            </c:strRef>
          </c:cat>
          <c:val>
            <c:numRef>
              <c:f>Sheet1!$C$2:$C$6</c:f>
              <c:numCache>
                <c:formatCode>General</c:formatCode>
                <c:ptCount val="5"/>
                <c:pt idx="0">
                  <c:v>12.46</c:v>
                </c:pt>
                <c:pt idx="1">
                  <c:v>10.74</c:v>
                </c:pt>
                <c:pt idx="2">
                  <c:v>1.1499999999999999</c:v>
                </c:pt>
                <c:pt idx="3">
                  <c:v>2.65</c:v>
                </c:pt>
              </c:numCache>
            </c:numRef>
          </c:val>
          <c:extLst>
            <c:ext xmlns:c16="http://schemas.microsoft.com/office/drawing/2014/chart" uri="{C3380CC4-5D6E-409C-BE32-E72D297353CC}">
              <c16:uniqueId val="{00000001-8207-480D-8099-78D8F74E69EA}"/>
            </c:ext>
          </c:extLst>
        </c:ser>
        <c:dLbls>
          <c:showLegendKey val="0"/>
          <c:showVal val="0"/>
          <c:showCatName val="0"/>
          <c:showSerName val="0"/>
          <c:showPercent val="0"/>
          <c:showBubbleSize val="0"/>
        </c:dLbls>
        <c:gapWidth val="315"/>
        <c:overlap val="-40"/>
        <c:axId val="1869613023"/>
        <c:axId val="1869612063"/>
      </c:barChart>
      <c:catAx>
        <c:axId val="1869613023"/>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869612063"/>
        <c:crosses val="autoZero"/>
        <c:auto val="1"/>
        <c:lblAlgn val="ctr"/>
        <c:lblOffset val="100"/>
        <c:noMultiLvlLbl val="0"/>
      </c:catAx>
      <c:valAx>
        <c:axId val="1869612063"/>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86961302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Carbon emission comparsion</a:t>
            </a:r>
            <a:endParaRPr lang="en-IN"/>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Geopolymer bricks</c:v>
                </c:pt>
              </c:strCache>
            </c:strRef>
          </c:tx>
          <c:spPr>
            <a:gradFill rotWithShape="1">
              <a:gsLst>
                <a:gs pos="0">
                  <a:schemeClr val="accent1">
                    <a:tint val="96000"/>
                    <a:lumMod val="100000"/>
                  </a:schemeClr>
                </a:gs>
                <a:gs pos="78000">
                  <a:schemeClr val="accent1">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c:spPr>
          <c:invertIfNegative val="0"/>
          <c:cat>
            <c:strRef>
              <c:f>Sheet1!$A$2:$A$5</c:f>
              <c:strCache>
                <c:ptCount val="4"/>
                <c:pt idx="0">
                  <c:v>Raw materials</c:v>
                </c:pt>
                <c:pt idx="1">
                  <c:v>Binder production</c:v>
                </c:pt>
                <c:pt idx="2">
                  <c:v>Manufacturing energy use</c:v>
                </c:pt>
                <c:pt idx="3">
                  <c:v>Other associated pollutants</c:v>
                </c:pt>
              </c:strCache>
            </c:strRef>
          </c:cat>
          <c:val>
            <c:numRef>
              <c:f>Sheet1!$B$2:$B$5</c:f>
              <c:numCache>
                <c:formatCode>General</c:formatCode>
                <c:ptCount val="4"/>
                <c:pt idx="0">
                  <c:v>0.05</c:v>
                </c:pt>
                <c:pt idx="1">
                  <c:v>0.2</c:v>
                </c:pt>
                <c:pt idx="2">
                  <c:v>0.1</c:v>
                </c:pt>
                <c:pt idx="3">
                  <c:v>0.02</c:v>
                </c:pt>
              </c:numCache>
            </c:numRef>
          </c:val>
          <c:extLst>
            <c:ext xmlns:c16="http://schemas.microsoft.com/office/drawing/2014/chart" uri="{C3380CC4-5D6E-409C-BE32-E72D297353CC}">
              <c16:uniqueId val="{00000000-07DA-49E6-9114-F3CF520DFE9A}"/>
            </c:ext>
          </c:extLst>
        </c:ser>
        <c:ser>
          <c:idx val="1"/>
          <c:order val="1"/>
          <c:tx>
            <c:strRef>
              <c:f>Sheet1!$C$1</c:f>
              <c:strCache>
                <c:ptCount val="1"/>
                <c:pt idx="0">
                  <c:v>Traditional bricks</c:v>
                </c:pt>
              </c:strCache>
            </c:strRef>
          </c:tx>
          <c:spPr>
            <a:gradFill rotWithShape="1">
              <a:gsLst>
                <a:gs pos="0">
                  <a:schemeClr val="accent2">
                    <a:tint val="96000"/>
                    <a:lumMod val="100000"/>
                  </a:schemeClr>
                </a:gs>
                <a:gs pos="78000">
                  <a:schemeClr val="accent2">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c:spPr>
          <c:invertIfNegative val="0"/>
          <c:cat>
            <c:strRef>
              <c:f>Sheet1!$A$2:$A$5</c:f>
              <c:strCache>
                <c:ptCount val="4"/>
                <c:pt idx="0">
                  <c:v>Raw materials</c:v>
                </c:pt>
                <c:pt idx="1">
                  <c:v>Binder production</c:v>
                </c:pt>
                <c:pt idx="2">
                  <c:v>Manufacturing energy use</c:v>
                </c:pt>
                <c:pt idx="3">
                  <c:v>Other associated pollutants</c:v>
                </c:pt>
              </c:strCache>
            </c:strRef>
          </c:cat>
          <c:val>
            <c:numRef>
              <c:f>Sheet1!$C$2:$C$5</c:f>
              <c:numCache>
                <c:formatCode>General</c:formatCode>
                <c:ptCount val="4"/>
                <c:pt idx="0">
                  <c:v>0.15</c:v>
                </c:pt>
                <c:pt idx="1">
                  <c:v>0.3</c:v>
                </c:pt>
                <c:pt idx="2">
                  <c:v>0.04</c:v>
                </c:pt>
                <c:pt idx="3">
                  <c:v>0.1</c:v>
                </c:pt>
              </c:numCache>
            </c:numRef>
          </c:val>
          <c:extLst>
            <c:ext xmlns:c16="http://schemas.microsoft.com/office/drawing/2014/chart" uri="{C3380CC4-5D6E-409C-BE32-E72D297353CC}">
              <c16:uniqueId val="{00000001-07DA-49E6-9114-F3CF520DFE9A}"/>
            </c:ext>
          </c:extLst>
        </c:ser>
        <c:dLbls>
          <c:showLegendKey val="0"/>
          <c:showVal val="0"/>
          <c:showCatName val="0"/>
          <c:showSerName val="0"/>
          <c:showPercent val="0"/>
          <c:showBubbleSize val="0"/>
        </c:dLbls>
        <c:gapWidth val="150"/>
        <c:shape val="box"/>
        <c:axId val="1865910831"/>
        <c:axId val="1865913231"/>
        <c:axId val="0"/>
      </c:bar3DChart>
      <c:catAx>
        <c:axId val="186591083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65913231"/>
        <c:crosses val="autoZero"/>
        <c:auto val="1"/>
        <c:lblAlgn val="ctr"/>
        <c:lblOffset val="100"/>
        <c:noMultiLvlLbl val="0"/>
      </c:catAx>
      <c:valAx>
        <c:axId val="1865913231"/>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659108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2D6140E3-8868-421F-05C8-37565AA2E1BC}"/>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235CAF8F-80AD-FCE4-41F4-A10379D6CA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2:notes">
            <a:extLst>
              <a:ext uri="{FF2B5EF4-FFF2-40B4-BE49-F238E27FC236}">
                <a16:creationId xmlns:a16="http://schemas.microsoft.com/office/drawing/2014/main" id="{5DF64292-10DA-07B6-D46F-287BDD94A0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2912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C7EC4457-F9D3-9041-2AA1-B9C77D32669C}"/>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BF78F7B5-2356-F2BF-876E-679093D944F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2:notes">
            <a:extLst>
              <a:ext uri="{FF2B5EF4-FFF2-40B4-BE49-F238E27FC236}">
                <a16:creationId xmlns:a16="http://schemas.microsoft.com/office/drawing/2014/main" id="{B0A71799-5688-3E09-54EE-0C402D9CEF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5100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71c8cd31e6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g371c8cd31e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A1D1AE9F-53D6-9996-9D45-C1339D704E4E}"/>
            </a:ext>
          </a:extLst>
        </p:cNvPr>
        <p:cNvGrpSpPr/>
        <p:nvPr/>
      </p:nvGrpSpPr>
      <p:grpSpPr>
        <a:xfrm>
          <a:off x="0" y="0"/>
          <a:ext cx="0" cy="0"/>
          <a:chOff x="0" y="0"/>
          <a:chExt cx="0" cy="0"/>
        </a:xfrm>
      </p:grpSpPr>
      <p:sp>
        <p:nvSpPr>
          <p:cNvPr id="125" name="Google Shape;125;p11:notes">
            <a:extLst>
              <a:ext uri="{FF2B5EF4-FFF2-40B4-BE49-F238E27FC236}">
                <a16:creationId xmlns:a16="http://schemas.microsoft.com/office/drawing/2014/main" id="{7D835A5E-D0DE-03AE-EC3B-D81242A2B0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11:notes">
            <a:extLst>
              <a:ext uri="{FF2B5EF4-FFF2-40B4-BE49-F238E27FC236}">
                <a16:creationId xmlns:a16="http://schemas.microsoft.com/office/drawing/2014/main" id="{076DDD51-5426-14FD-E786-77F1BF8E40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1686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0662C321-004E-8D69-DE23-9C8D23F454A7}"/>
            </a:ext>
          </a:extLst>
        </p:cNvPr>
        <p:cNvGrpSpPr/>
        <p:nvPr/>
      </p:nvGrpSpPr>
      <p:grpSpPr>
        <a:xfrm>
          <a:off x="0" y="0"/>
          <a:ext cx="0" cy="0"/>
          <a:chOff x="0" y="0"/>
          <a:chExt cx="0" cy="0"/>
        </a:xfrm>
      </p:grpSpPr>
      <p:sp>
        <p:nvSpPr>
          <p:cNvPr id="125" name="Google Shape;125;p11:notes">
            <a:extLst>
              <a:ext uri="{FF2B5EF4-FFF2-40B4-BE49-F238E27FC236}">
                <a16:creationId xmlns:a16="http://schemas.microsoft.com/office/drawing/2014/main" id="{73D821D3-8829-8123-2D23-4BE2FD6F6B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11:notes">
            <a:extLst>
              <a:ext uri="{FF2B5EF4-FFF2-40B4-BE49-F238E27FC236}">
                <a16:creationId xmlns:a16="http://schemas.microsoft.com/office/drawing/2014/main" id="{6F84E80A-3888-494F-DCD6-A5591A9EB9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835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41638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32233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9250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2653308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8/10/2025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38074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8/10/2025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67925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32633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1836791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24039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56146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8130151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77922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3710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95848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3114719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088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13954834"/>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title"/>
          </p:nvPr>
        </p:nvSpPr>
        <p:spPr>
          <a:xfrm>
            <a:off x="589935" y="1667355"/>
            <a:ext cx="10382865" cy="1914045"/>
          </a:xfrm>
          <a:prstGeom prst="rect">
            <a:avLst/>
          </a:prstGeom>
          <a:noFill/>
          <a:ln>
            <a:noFill/>
          </a:ln>
        </p:spPr>
        <p:txBody>
          <a:bodyPr spcFirstLastPara="1" wrap="square" lIns="91425" tIns="45700" rIns="91425" bIns="45700" anchor="b" anchorCtr="0">
            <a:normAutofit/>
          </a:bodyPr>
          <a:lstStyle/>
          <a:p>
            <a:pPr algn="ctr">
              <a:buClr>
                <a:srgbClr val="0070C0"/>
              </a:buClr>
            </a:pPr>
            <a:r>
              <a:rPr lang="en-US" sz="4400">
                <a:solidFill>
                  <a:schemeClr val="accent6">
                    <a:lumMod val="75000"/>
                  </a:schemeClr>
                </a:solidFill>
              </a:rPr>
              <a:t>    Carbon Footprint Reduction in Construction using Geopolymer Cement </a:t>
            </a:r>
            <a:endParaRPr lang="en-IN" sz="4400">
              <a:solidFill>
                <a:schemeClr val="accent6">
                  <a:lumMod val="75000"/>
                </a:schemeClr>
              </a:solidFill>
              <a:latin typeface="Times New Roman"/>
              <a:ea typeface="Times New Roman"/>
              <a:cs typeface="Times New Roman"/>
              <a:sym typeface="Times New Roman"/>
            </a:endParaRPr>
          </a:p>
        </p:txBody>
      </p:sp>
      <p:sp>
        <p:nvSpPr>
          <p:cNvPr id="88" name="Google Shape;88;p1"/>
          <p:cNvSpPr txBox="1"/>
          <p:nvPr/>
        </p:nvSpPr>
        <p:spPr>
          <a:xfrm>
            <a:off x="719750" y="3886199"/>
            <a:ext cx="10515600" cy="2485104"/>
          </a:xfrm>
          <a:prstGeom prst="rect">
            <a:avLst/>
          </a:prstGeom>
          <a:noFill/>
          <a:ln>
            <a:noFill/>
          </a:ln>
        </p:spPr>
        <p:txBody>
          <a:bodyPr spcFirstLastPara="1" wrap="square" lIns="91425" tIns="45700" rIns="91425" bIns="45700" anchor="b" anchorCtr="0">
            <a:normAutofit/>
          </a:bodyPr>
          <a:lstStyle/>
          <a:p>
            <a:pPr algn="ctr">
              <a:lnSpc>
                <a:spcPct val="90000"/>
              </a:lnSpc>
              <a:buClr>
                <a:srgbClr val="0070C0"/>
              </a:buClr>
              <a:buSzPts val="6000"/>
            </a:pPr>
            <a:r>
              <a:rPr lang="fi-FI" sz="2400">
                <a:latin typeface="Times New Roman"/>
                <a:ea typeface="Times New Roman"/>
                <a:cs typeface="Times New Roman"/>
                <a:sym typeface="Times New Roman"/>
              </a:rPr>
              <a:t>JEBIN RAJ. J</a:t>
            </a:r>
            <a:endParaRPr lang="fi-FI" sz="2400">
              <a:latin typeface="Times New Roman"/>
              <a:ea typeface="Times New Roman"/>
              <a:cs typeface="Times New Roman"/>
            </a:endParaRPr>
          </a:p>
          <a:p>
            <a:pPr algn="ctr">
              <a:lnSpc>
                <a:spcPct val="90000"/>
              </a:lnSpc>
              <a:buClr>
                <a:srgbClr val="0070C0"/>
              </a:buClr>
              <a:buSzPts val="6000"/>
            </a:pPr>
            <a:r>
              <a:rPr lang="fi-FI" sz="2400">
                <a:latin typeface="Times New Roman"/>
                <a:ea typeface="Times New Roman"/>
                <a:cs typeface="Times New Roman"/>
                <a:sym typeface="Times New Roman"/>
              </a:rPr>
              <a:t>SANJANA. A </a:t>
            </a:r>
            <a:endParaRPr lang="fi-FI" sz="2400">
              <a:latin typeface="Times New Roman"/>
              <a:ea typeface="Times New Roman"/>
              <a:cs typeface="Times New Roman"/>
            </a:endParaRPr>
          </a:p>
          <a:p>
            <a:pPr marL="0" marR="0" lvl="0" indent="0" algn="ctr" rtl="0">
              <a:lnSpc>
                <a:spcPct val="90000"/>
              </a:lnSpc>
              <a:spcBef>
                <a:spcPts val="0"/>
              </a:spcBef>
              <a:spcAft>
                <a:spcPts val="0"/>
              </a:spcAft>
              <a:buClr>
                <a:srgbClr val="0070C0"/>
              </a:buClr>
              <a:buSzPts val="6000"/>
              <a:buFont typeface="Times New Roman"/>
              <a:buNone/>
            </a:pPr>
            <a:r>
              <a:rPr lang="fi-FI" sz="2400">
                <a:latin typeface="Times New Roman"/>
                <a:ea typeface="Times New Roman"/>
                <a:cs typeface="Times New Roman"/>
                <a:sym typeface="Times New Roman"/>
              </a:rPr>
              <a:t>ANTO AAKASH. M</a:t>
            </a:r>
            <a:endParaRPr lang="fi-FI" sz="2400">
              <a:latin typeface="Times New Roman"/>
              <a:ea typeface="Times New Roman"/>
              <a:cs typeface="Times New Roman"/>
            </a:endParaRPr>
          </a:p>
          <a:p>
            <a:pPr marL="0" marR="0" lvl="0" indent="0" algn="ctr" rtl="0">
              <a:lnSpc>
                <a:spcPct val="90000"/>
              </a:lnSpc>
              <a:spcBef>
                <a:spcPts val="0"/>
              </a:spcBef>
              <a:spcAft>
                <a:spcPts val="0"/>
              </a:spcAft>
              <a:buClr>
                <a:srgbClr val="0070C0"/>
              </a:buClr>
              <a:buSzPts val="6000"/>
              <a:buFont typeface="Times New Roman"/>
              <a:buNone/>
            </a:pPr>
            <a:endParaRPr lang="fi-FI" sz="2400">
              <a:solidFill>
                <a:schemeClr val="dk1"/>
              </a:solidFill>
              <a:latin typeface="Times New Roman"/>
              <a:ea typeface="Times New Roman"/>
              <a:cs typeface="Times New Roman"/>
            </a:endParaRPr>
          </a:p>
          <a:p>
            <a:pPr marL="0" marR="0" lvl="0" indent="0" algn="ctr" rtl="0">
              <a:lnSpc>
                <a:spcPct val="90000"/>
              </a:lnSpc>
              <a:spcBef>
                <a:spcPts val="0"/>
              </a:spcBef>
              <a:spcAft>
                <a:spcPts val="0"/>
              </a:spcAft>
              <a:buClr>
                <a:srgbClr val="0070C0"/>
              </a:buClr>
              <a:buSzPts val="6000"/>
              <a:buFont typeface="Times New Roman"/>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rgbClr val="0070C0"/>
              </a:buClr>
              <a:buSzPts val="6000"/>
              <a:buFont typeface="Times New Roman"/>
              <a:buNone/>
            </a:pPr>
            <a:endParaRPr sz="2400">
              <a:solidFill>
                <a:schemeClr val="dk1"/>
              </a:solidFill>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03460920-0339-DDEB-1C9A-793ACCCBD1DA}"/>
              </a:ext>
            </a:extLst>
          </p:cNvPr>
          <p:cNvPicPr>
            <a:picLocks noChangeAspect="1"/>
          </p:cNvPicPr>
          <p:nvPr/>
        </p:nvPicPr>
        <p:blipFill>
          <a:blip r:embed="rId3"/>
          <a:stretch>
            <a:fillRect/>
          </a:stretch>
        </p:blipFill>
        <p:spPr>
          <a:xfrm>
            <a:off x="0" y="0"/>
            <a:ext cx="6059274" cy="1430622"/>
          </a:xfrm>
          <a:prstGeom prst="rect">
            <a:avLst/>
          </a:prstGeom>
        </p:spPr>
      </p:pic>
      <p:sp>
        <p:nvSpPr>
          <p:cNvPr id="3" name="AutoShape 2" descr="Download Ministry Of Micro Small Medium Enterprises - Udyog Aadhar Msme ...">
            <a:extLst>
              <a:ext uri="{FF2B5EF4-FFF2-40B4-BE49-F238E27FC236}">
                <a16:creationId xmlns:a16="http://schemas.microsoft.com/office/drawing/2014/main" id="{ED898D5D-7D92-972E-32F3-C2FED0D60F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Download Ministry Of Micro Small Medium Enterprises - Udyog Aadhar Msme ...">
            <a:extLst>
              <a:ext uri="{FF2B5EF4-FFF2-40B4-BE49-F238E27FC236}">
                <a16:creationId xmlns:a16="http://schemas.microsoft.com/office/drawing/2014/main" id="{6CE7C8EA-13E3-A015-A03C-A9692258CC3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4CC3F3D7-F7E9-BD04-E1F0-8D15E48BF58E}"/>
              </a:ext>
            </a:extLst>
          </p:cNvPr>
          <p:cNvPicPr>
            <a:picLocks noChangeAspect="1"/>
          </p:cNvPicPr>
          <p:nvPr/>
        </p:nvPicPr>
        <p:blipFill>
          <a:blip r:embed="rId4"/>
          <a:stretch>
            <a:fillRect/>
          </a:stretch>
        </p:blipFill>
        <p:spPr>
          <a:xfrm>
            <a:off x="9524144" y="51712"/>
            <a:ext cx="2667856" cy="13789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body" idx="1"/>
          </p:nvPr>
        </p:nvSpPr>
        <p:spPr>
          <a:xfrm>
            <a:off x="1533832" y="1759975"/>
            <a:ext cx="9124335" cy="3952567"/>
          </a:xfrm>
          <a:prstGeom prst="rect">
            <a:avLst/>
          </a:prstGeom>
          <a:noFill/>
          <a:ln>
            <a:noFill/>
          </a:ln>
        </p:spPr>
        <p:txBody>
          <a:bodyPr spcFirstLastPara="1" wrap="square" lIns="91425" tIns="45700" rIns="91425" bIns="45700" anchor="t" anchorCtr="0">
            <a:noAutofit/>
          </a:bodyPr>
          <a:lstStyle/>
          <a:p>
            <a:pPr marL="0" lvl="0" indent="0" algn="ctr">
              <a:spcBef>
                <a:spcPts val="0"/>
              </a:spcBef>
              <a:buClr>
                <a:srgbClr val="0070C0"/>
              </a:buClr>
              <a:buSzPts val="6000"/>
            </a:pPr>
            <a:r>
              <a:rPr lang="en-IN" sz="4000">
                <a:solidFill>
                  <a:schemeClr val="tx1"/>
                </a:solidFill>
              </a:rPr>
              <a:t>Elevator pitch</a:t>
            </a:r>
          </a:p>
          <a:p>
            <a:pPr marL="0" lvl="0" indent="0" algn="ctr">
              <a:spcBef>
                <a:spcPts val="0"/>
              </a:spcBef>
              <a:buClr>
                <a:srgbClr val="0070C0"/>
              </a:buClr>
              <a:buSzPts val="6000"/>
            </a:pPr>
            <a:endParaRPr lang="en-IN" sz="4000">
              <a:solidFill>
                <a:schemeClr val="tx1"/>
              </a:solidFill>
              <a:latin typeface="Calibri"/>
              <a:ea typeface="Calibri"/>
              <a:cs typeface="Calibri"/>
            </a:endParaRPr>
          </a:p>
          <a:p>
            <a:pPr marL="0" lvl="0" indent="0">
              <a:spcBef>
                <a:spcPts val="0"/>
              </a:spcBef>
              <a:buClr>
                <a:srgbClr val="0070C0"/>
              </a:buClr>
              <a:buSzPts val="6000"/>
            </a:pPr>
            <a:r>
              <a:rPr lang="en-US" sz="1800" b="1">
                <a:solidFill>
                  <a:schemeClr val="tx1"/>
                </a:solidFill>
                <a:latin typeface="Calibri"/>
                <a:ea typeface="Calibri"/>
                <a:cs typeface="Calibri"/>
              </a:rPr>
              <a:t>We make eco-friendly geopolymer bricks by reusing industrial waste materials such as fly ash and GGBS. Instead of burning clay or using high-carbon cement, we mix these materials with alkaline solutions to form a strong and durable binder. This process avoids the large energy use and carbon emissions linked to traditional brick making and also prevents soil damage. At the same time, it helps industries manage their by-products more responsibly. The result is a low-cost brick with excellent resistance to water, fire, and chemicals. Our approach can support construction firms, sustainable housing projects, and green building developers who need reliable materials that align with global environmental goals.</a:t>
            </a:r>
          </a:p>
        </p:txBody>
      </p:sp>
      <p:pic>
        <p:nvPicPr>
          <p:cNvPr id="2" name="Picture 1">
            <a:extLst>
              <a:ext uri="{FF2B5EF4-FFF2-40B4-BE49-F238E27FC236}">
                <a16:creationId xmlns:a16="http://schemas.microsoft.com/office/drawing/2014/main" id="{415D318D-F9A1-8B06-2BA1-CF0FEC41AFEA}"/>
              </a:ext>
            </a:extLst>
          </p:cNvPr>
          <p:cNvPicPr>
            <a:picLocks noChangeAspect="1"/>
          </p:cNvPicPr>
          <p:nvPr/>
        </p:nvPicPr>
        <p:blipFill>
          <a:blip r:embed="rId3"/>
          <a:stretch>
            <a:fillRect/>
          </a:stretch>
        </p:blipFill>
        <p:spPr>
          <a:xfrm>
            <a:off x="0" y="0"/>
            <a:ext cx="6059274" cy="1430622"/>
          </a:xfrm>
          <a:prstGeom prst="rect">
            <a:avLst/>
          </a:prstGeom>
        </p:spPr>
      </p:pic>
      <p:pic>
        <p:nvPicPr>
          <p:cNvPr id="4" name="Picture 3">
            <a:extLst>
              <a:ext uri="{FF2B5EF4-FFF2-40B4-BE49-F238E27FC236}">
                <a16:creationId xmlns:a16="http://schemas.microsoft.com/office/drawing/2014/main" id="{94516504-9A5F-FD18-2C32-7E7D2D29CF70}"/>
              </a:ext>
            </a:extLst>
          </p:cNvPr>
          <p:cNvPicPr>
            <a:picLocks noChangeAspect="1"/>
          </p:cNvPicPr>
          <p:nvPr/>
        </p:nvPicPr>
        <p:blipFill>
          <a:blip r:embed="rId4"/>
          <a:stretch>
            <a:fillRect/>
          </a:stretch>
        </p:blipFill>
        <p:spPr>
          <a:xfrm>
            <a:off x="9524144" y="51712"/>
            <a:ext cx="2667856" cy="13789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52460245-83B5-98F7-C611-1D1BFD5747A3}"/>
            </a:ext>
          </a:extLst>
        </p:cNvPr>
        <p:cNvGrpSpPr/>
        <p:nvPr/>
      </p:nvGrpSpPr>
      <p:grpSpPr>
        <a:xfrm>
          <a:off x="0" y="0"/>
          <a:ext cx="0" cy="0"/>
          <a:chOff x="0" y="0"/>
          <a:chExt cx="0" cy="0"/>
        </a:xfrm>
      </p:grpSpPr>
      <p:sp>
        <p:nvSpPr>
          <p:cNvPr id="93" name="Google Shape;93;p2">
            <a:extLst>
              <a:ext uri="{FF2B5EF4-FFF2-40B4-BE49-F238E27FC236}">
                <a16:creationId xmlns:a16="http://schemas.microsoft.com/office/drawing/2014/main" id="{45B534F0-26B3-5593-75EA-614650171E97}"/>
              </a:ext>
            </a:extLst>
          </p:cNvPr>
          <p:cNvSpPr txBox="1">
            <a:spLocks noGrp="1"/>
          </p:cNvSpPr>
          <p:nvPr>
            <p:ph type="body" idx="1"/>
          </p:nvPr>
        </p:nvSpPr>
        <p:spPr>
          <a:xfrm>
            <a:off x="1361767" y="1430622"/>
            <a:ext cx="8788401" cy="5375666"/>
          </a:xfrm>
          <a:prstGeom prst="rect">
            <a:avLst/>
          </a:prstGeom>
          <a:noFill/>
          <a:ln>
            <a:noFill/>
          </a:ln>
        </p:spPr>
        <p:txBody>
          <a:bodyPr spcFirstLastPara="1" wrap="square" lIns="91425" tIns="45700" rIns="91425" bIns="45700" anchor="t" anchorCtr="0">
            <a:noAutofit/>
          </a:bodyPr>
          <a:lstStyle/>
          <a:p>
            <a:pPr marL="0" lvl="0" indent="0" algn="ctr">
              <a:spcBef>
                <a:spcPts val="0"/>
              </a:spcBef>
            </a:pPr>
            <a:r>
              <a:rPr lang="en-US" sz="3200" b="1">
                <a:solidFill>
                  <a:schemeClr val="tx1"/>
                </a:solidFill>
              </a:rPr>
              <a:t>Methodology</a:t>
            </a:r>
          </a:p>
          <a:p>
            <a:pPr marL="0" indent="0" algn="ctr">
              <a:spcBef>
                <a:spcPts val="0"/>
              </a:spcBef>
            </a:pPr>
            <a:endParaRPr lang="en-US" sz="1800">
              <a:solidFill>
                <a:schemeClr val="tx1"/>
              </a:solidFill>
            </a:endParaRPr>
          </a:p>
          <a:p>
            <a:pPr marL="0" indent="0" algn="l">
              <a:spcBef>
                <a:spcPts val="0"/>
              </a:spcBef>
            </a:pPr>
            <a:r>
              <a:rPr lang="en-US" sz="2400" b="1">
                <a:solidFill>
                  <a:schemeClr val="tx1"/>
                </a:solidFill>
                <a:latin typeface="Calibri"/>
                <a:ea typeface="Calibri"/>
                <a:cs typeface="Calibri"/>
              </a:rPr>
              <a:t>Collect Raw Materials:</a:t>
            </a:r>
          </a:p>
          <a:p>
            <a:pPr marL="0" indent="0" algn="l">
              <a:spcBef>
                <a:spcPts val="0"/>
              </a:spcBef>
            </a:pPr>
            <a:r>
              <a:rPr lang="en-US" sz="1800" b="1">
                <a:solidFill>
                  <a:schemeClr val="tx1"/>
                </a:solidFill>
                <a:latin typeface="Calibri"/>
                <a:ea typeface="Calibri"/>
                <a:cs typeface="Calibri"/>
              </a:rPr>
              <a:t> Fly ash (Class F), GGBS, sodium hydroxide (NaOH), sodium silicate (</a:t>
            </a:r>
            <a:r>
              <a:rPr lang="en-US" sz="1800" b="1" err="1">
                <a:solidFill>
                  <a:schemeClr val="tx1"/>
                </a:solidFill>
                <a:latin typeface="Calibri"/>
                <a:ea typeface="Calibri"/>
                <a:cs typeface="Calibri"/>
              </a:rPr>
              <a:t>Na₂SiO</a:t>
            </a:r>
            <a:r>
              <a:rPr lang="en-US" sz="1800" b="1">
                <a:solidFill>
                  <a:schemeClr val="tx1"/>
                </a:solidFill>
                <a:latin typeface="Calibri"/>
                <a:ea typeface="Calibri"/>
                <a:cs typeface="Calibri"/>
              </a:rPr>
              <a:t>₃), sand, and water. </a:t>
            </a:r>
          </a:p>
          <a:p>
            <a:pPr marL="0" indent="0" algn="l">
              <a:spcBef>
                <a:spcPts val="0"/>
              </a:spcBef>
            </a:pPr>
            <a:r>
              <a:rPr lang="en-US" sz="2400" b="1">
                <a:solidFill>
                  <a:schemeClr val="tx1"/>
                </a:solidFill>
                <a:latin typeface="Calibri"/>
                <a:ea typeface="Calibri"/>
                <a:cs typeface="Calibri"/>
              </a:rPr>
              <a:t>Prepare Alkaline Activator:</a:t>
            </a:r>
          </a:p>
          <a:p>
            <a:pPr marL="0" indent="0" algn="l">
              <a:spcBef>
                <a:spcPts val="0"/>
              </a:spcBef>
            </a:pPr>
            <a:r>
              <a:rPr lang="en-US" sz="1800" b="1">
                <a:solidFill>
                  <a:schemeClr val="tx1"/>
                </a:solidFill>
                <a:latin typeface="Calibri"/>
                <a:ea typeface="Calibri"/>
                <a:cs typeface="Calibri"/>
              </a:rPr>
              <a:t> Mix NaOH solution (e.g., 10M) with </a:t>
            </a:r>
            <a:r>
              <a:rPr lang="en-US" sz="1800" b="1" err="1">
                <a:solidFill>
                  <a:schemeClr val="tx1"/>
                </a:solidFill>
                <a:latin typeface="Calibri"/>
                <a:ea typeface="Calibri"/>
                <a:cs typeface="Calibri"/>
              </a:rPr>
              <a:t>Na₂SiO</a:t>
            </a:r>
            <a:r>
              <a:rPr lang="en-US" sz="1800" b="1">
                <a:solidFill>
                  <a:schemeClr val="tx1"/>
                </a:solidFill>
                <a:latin typeface="Calibri"/>
                <a:ea typeface="Calibri"/>
                <a:cs typeface="Calibri"/>
              </a:rPr>
              <a:t>₃ in a 2.5:1 ratio and allow the solution to rest for 24 hours.</a:t>
            </a:r>
          </a:p>
          <a:p>
            <a:pPr marL="0" indent="0" algn="l">
              <a:spcBef>
                <a:spcPts val="0"/>
              </a:spcBef>
            </a:pPr>
            <a:r>
              <a:rPr lang="en-US" sz="2400" b="1">
                <a:solidFill>
                  <a:schemeClr val="tx1"/>
                </a:solidFill>
                <a:latin typeface="Calibri"/>
                <a:ea typeface="Calibri"/>
                <a:cs typeface="Calibri"/>
              </a:rPr>
              <a:t> Mixing</a:t>
            </a:r>
            <a:r>
              <a:rPr lang="en-US" b="1">
                <a:solidFill>
                  <a:schemeClr val="tx1"/>
                </a:solidFill>
                <a:latin typeface="Calibri"/>
                <a:ea typeface="Calibri"/>
                <a:cs typeface="Calibri"/>
              </a:rPr>
              <a:t>:</a:t>
            </a:r>
          </a:p>
          <a:p>
            <a:pPr marL="0" indent="0" algn="l">
              <a:spcBef>
                <a:spcPts val="0"/>
              </a:spcBef>
            </a:pPr>
            <a:r>
              <a:rPr lang="en-US" sz="1800" b="1">
                <a:solidFill>
                  <a:schemeClr val="tx1"/>
                </a:solidFill>
                <a:latin typeface="Calibri"/>
                <a:ea typeface="Calibri"/>
                <a:cs typeface="Calibri"/>
              </a:rPr>
              <a:t> The fly ash and GGBS are combined in a desired ratio and also gradually add the alkaline      solution and mix thoroughly. add sand if needed. </a:t>
            </a:r>
          </a:p>
          <a:p>
            <a:pPr marL="0" indent="0" algn="l">
              <a:spcBef>
                <a:spcPts val="0"/>
              </a:spcBef>
            </a:pPr>
            <a:r>
              <a:rPr lang="en-US" sz="2400" b="1">
                <a:solidFill>
                  <a:schemeClr val="tx1"/>
                </a:solidFill>
                <a:latin typeface="Calibri"/>
                <a:ea typeface="Calibri"/>
                <a:cs typeface="Calibri"/>
              </a:rPr>
              <a:t>Brick Casting:</a:t>
            </a:r>
          </a:p>
          <a:p>
            <a:pPr marL="0" indent="0" algn="l">
              <a:spcBef>
                <a:spcPts val="0"/>
              </a:spcBef>
            </a:pPr>
            <a:r>
              <a:rPr lang="en-US" sz="1800" b="1">
                <a:solidFill>
                  <a:schemeClr val="tx1"/>
                </a:solidFill>
                <a:latin typeface="Calibri"/>
                <a:ea typeface="Calibri"/>
                <a:cs typeface="Calibri"/>
              </a:rPr>
              <a:t>The fresh mix is poured into standard brick </a:t>
            </a:r>
            <a:r>
              <a:rPr lang="en-US" sz="1800" b="1" err="1">
                <a:solidFill>
                  <a:schemeClr val="tx1"/>
                </a:solidFill>
                <a:latin typeface="Calibri"/>
                <a:ea typeface="Calibri"/>
                <a:cs typeface="Calibri"/>
              </a:rPr>
              <a:t>moulds</a:t>
            </a:r>
            <a:r>
              <a:rPr lang="en-US" sz="1800" b="1">
                <a:solidFill>
                  <a:schemeClr val="tx1"/>
                </a:solidFill>
                <a:latin typeface="Calibri"/>
                <a:ea typeface="Calibri"/>
                <a:cs typeface="Calibri"/>
              </a:rPr>
              <a:t> (230×110×75 mm) after that compact properly to remove air voids. </a:t>
            </a:r>
          </a:p>
          <a:p>
            <a:pPr marL="0" indent="0" algn="ctr">
              <a:spcBef>
                <a:spcPts val="0"/>
              </a:spcBef>
            </a:pPr>
            <a:endParaRPr lang="en-US" sz="1800">
              <a:solidFill>
                <a:schemeClr val="tx1"/>
              </a:solidFill>
            </a:endParaRPr>
          </a:p>
        </p:txBody>
      </p:sp>
      <p:pic>
        <p:nvPicPr>
          <p:cNvPr id="2" name="Picture 1">
            <a:extLst>
              <a:ext uri="{FF2B5EF4-FFF2-40B4-BE49-F238E27FC236}">
                <a16:creationId xmlns:a16="http://schemas.microsoft.com/office/drawing/2014/main" id="{6B3240D4-E04A-B068-242C-C414E3AADAA3}"/>
              </a:ext>
            </a:extLst>
          </p:cNvPr>
          <p:cNvPicPr>
            <a:picLocks noChangeAspect="1"/>
          </p:cNvPicPr>
          <p:nvPr/>
        </p:nvPicPr>
        <p:blipFill>
          <a:blip r:embed="rId3"/>
          <a:stretch>
            <a:fillRect/>
          </a:stretch>
        </p:blipFill>
        <p:spPr>
          <a:xfrm>
            <a:off x="0" y="0"/>
            <a:ext cx="6059274" cy="1430622"/>
          </a:xfrm>
          <a:prstGeom prst="rect">
            <a:avLst/>
          </a:prstGeom>
        </p:spPr>
      </p:pic>
      <p:pic>
        <p:nvPicPr>
          <p:cNvPr id="4" name="Picture 3">
            <a:extLst>
              <a:ext uri="{FF2B5EF4-FFF2-40B4-BE49-F238E27FC236}">
                <a16:creationId xmlns:a16="http://schemas.microsoft.com/office/drawing/2014/main" id="{9672BA89-1C38-E57C-182E-5BCA6662DA44}"/>
              </a:ext>
            </a:extLst>
          </p:cNvPr>
          <p:cNvPicPr>
            <a:picLocks noChangeAspect="1"/>
          </p:cNvPicPr>
          <p:nvPr/>
        </p:nvPicPr>
        <p:blipFill>
          <a:blip r:embed="rId4"/>
          <a:stretch>
            <a:fillRect/>
          </a:stretch>
        </p:blipFill>
        <p:spPr>
          <a:xfrm>
            <a:off x="9524144" y="51712"/>
            <a:ext cx="2667856" cy="1378910"/>
          </a:xfrm>
          <a:prstGeom prst="rect">
            <a:avLst/>
          </a:prstGeom>
        </p:spPr>
      </p:pic>
    </p:spTree>
    <p:extLst>
      <p:ext uri="{BB962C8B-B14F-4D97-AF65-F5344CB8AC3E}">
        <p14:creationId xmlns:p14="http://schemas.microsoft.com/office/powerpoint/2010/main" val="8094910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B098FEDF-717A-14A2-3BCF-7286761E1E3E}"/>
            </a:ext>
          </a:extLst>
        </p:cNvPr>
        <p:cNvGrpSpPr/>
        <p:nvPr/>
      </p:nvGrpSpPr>
      <p:grpSpPr>
        <a:xfrm>
          <a:off x="0" y="0"/>
          <a:ext cx="0" cy="0"/>
          <a:chOff x="0" y="0"/>
          <a:chExt cx="0" cy="0"/>
        </a:xfrm>
      </p:grpSpPr>
      <p:sp>
        <p:nvSpPr>
          <p:cNvPr id="93" name="Google Shape;93;p2">
            <a:extLst>
              <a:ext uri="{FF2B5EF4-FFF2-40B4-BE49-F238E27FC236}">
                <a16:creationId xmlns:a16="http://schemas.microsoft.com/office/drawing/2014/main" id="{9DCD3F38-67AE-23A4-E819-3E2B123AA707}"/>
              </a:ext>
            </a:extLst>
          </p:cNvPr>
          <p:cNvSpPr txBox="1">
            <a:spLocks noGrp="1"/>
          </p:cNvSpPr>
          <p:nvPr>
            <p:ph type="body" idx="1"/>
          </p:nvPr>
        </p:nvSpPr>
        <p:spPr>
          <a:xfrm>
            <a:off x="1661652" y="1573162"/>
            <a:ext cx="9124335" cy="3952567"/>
          </a:xfrm>
          <a:prstGeom prst="rect">
            <a:avLst/>
          </a:prstGeom>
          <a:noFill/>
          <a:ln>
            <a:noFill/>
          </a:ln>
        </p:spPr>
        <p:txBody>
          <a:bodyPr spcFirstLastPara="1" wrap="square" lIns="91425" tIns="45700" rIns="91425" bIns="45700" anchor="t" anchorCtr="0">
            <a:noAutofit/>
          </a:bodyPr>
          <a:lstStyle/>
          <a:p>
            <a:pPr marL="0" lvl="0" indent="0" algn="l">
              <a:spcBef>
                <a:spcPts val="0"/>
              </a:spcBef>
              <a:buClr>
                <a:srgbClr val="0070C0"/>
              </a:buClr>
              <a:buSzPts val="6000"/>
            </a:pPr>
            <a:endParaRPr lang="en-US" sz="1800">
              <a:solidFill>
                <a:schemeClr val="tx1"/>
              </a:solidFill>
            </a:endParaRPr>
          </a:p>
          <a:p>
            <a:pPr marL="0" indent="0" algn="l">
              <a:spcBef>
                <a:spcPts val="0"/>
              </a:spcBef>
            </a:pPr>
            <a:r>
              <a:rPr lang="en-US" sz="2400" b="1">
                <a:solidFill>
                  <a:schemeClr val="tx1"/>
                </a:solidFill>
                <a:latin typeface="Calibri"/>
                <a:ea typeface="Calibri"/>
                <a:cs typeface="Calibri"/>
              </a:rPr>
              <a:t>Curing:</a:t>
            </a:r>
          </a:p>
          <a:p>
            <a:pPr marL="0" indent="0" algn="l">
              <a:spcBef>
                <a:spcPts val="0"/>
              </a:spcBef>
            </a:pPr>
            <a:r>
              <a:rPr lang="en-US" sz="1800" b="1">
                <a:solidFill>
                  <a:schemeClr val="tx1"/>
                </a:solidFill>
                <a:latin typeface="Calibri"/>
                <a:ea typeface="Calibri"/>
                <a:cs typeface="Calibri"/>
              </a:rPr>
              <a:t> Curing At room temperature for 7 or 28 days (ambient curing). And the alternative method is bricks are placed in the oven at the temperature of (60°C to 80°C) for 24 or 48 hours</a:t>
            </a:r>
          </a:p>
          <a:p>
            <a:pPr>
              <a:spcBef>
                <a:spcPts val="0"/>
              </a:spcBef>
            </a:pPr>
            <a:endParaRPr lang="en-US" sz="1800" b="1">
              <a:solidFill>
                <a:schemeClr val="tx1"/>
              </a:solidFill>
              <a:latin typeface="Calibri"/>
              <a:ea typeface="Calibri"/>
              <a:cs typeface="Calibri"/>
            </a:endParaRPr>
          </a:p>
          <a:p>
            <a:pPr marL="0" indent="0" algn="l">
              <a:spcBef>
                <a:spcPts val="0"/>
              </a:spcBef>
            </a:pPr>
            <a:r>
              <a:rPr lang="en-US" sz="2400" b="1">
                <a:solidFill>
                  <a:schemeClr val="tx1"/>
                </a:solidFill>
                <a:latin typeface="Calibri"/>
                <a:ea typeface="Calibri"/>
                <a:cs typeface="Calibri"/>
              </a:rPr>
              <a:t>Testing:</a:t>
            </a:r>
          </a:p>
          <a:p>
            <a:pPr marL="0" indent="0" algn="l">
              <a:spcBef>
                <a:spcPts val="0"/>
              </a:spcBef>
            </a:pPr>
            <a:r>
              <a:rPr lang="en-US" sz="1800" b="1">
                <a:solidFill>
                  <a:schemeClr val="tx1"/>
                </a:solidFill>
                <a:latin typeface="Calibri"/>
                <a:ea typeface="Calibri"/>
                <a:cs typeface="Calibri"/>
              </a:rPr>
              <a:t> Test the bricks for compressive strength, water absorption, size and surface quality </a:t>
            </a:r>
            <a:endParaRPr lang="en-US" b="1">
              <a:solidFill>
                <a:schemeClr val="tx1"/>
              </a:solidFill>
              <a:latin typeface="Calibri"/>
              <a:ea typeface="Calibri"/>
              <a:cs typeface="Calibri"/>
            </a:endParaRPr>
          </a:p>
          <a:p>
            <a:pPr marL="0" indent="0" algn="l">
              <a:spcBef>
                <a:spcPts val="0"/>
              </a:spcBef>
            </a:pPr>
            <a:endParaRPr lang="en-US" sz="1800" b="1">
              <a:solidFill>
                <a:schemeClr val="tx1"/>
              </a:solidFill>
              <a:latin typeface="Calibri"/>
              <a:ea typeface="Calibri"/>
              <a:cs typeface="Calibri"/>
            </a:endParaRPr>
          </a:p>
          <a:p>
            <a:pPr marL="0" indent="0" algn="l">
              <a:spcBef>
                <a:spcPts val="0"/>
              </a:spcBef>
            </a:pPr>
            <a:r>
              <a:rPr lang="en-US" sz="2400" b="1">
                <a:solidFill>
                  <a:schemeClr val="tx1"/>
                </a:solidFill>
                <a:latin typeface="Calibri"/>
                <a:ea typeface="Calibri"/>
                <a:cs typeface="Calibri"/>
              </a:rPr>
              <a:t>Compare Results:</a:t>
            </a:r>
          </a:p>
          <a:p>
            <a:pPr marL="0" indent="0" algn="l">
              <a:spcBef>
                <a:spcPts val="0"/>
              </a:spcBef>
            </a:pPr>
            <a:r>
              <a:rPr lang="en-US" sz="1800" b="1">
                <a:solidFill>
                  <a:schemeClr val="tx1"/>
                </a:solidFill>
                <a:latin typeface="Calibri"/>
                <a:ea typeface="Calibri"/>
                <a:cs typeface="Calibri"/>
              </a:rPr>
              <a:t>Compare the performance of geopolymer bricks with conventional OPC bricks and Estimate potential CO₂ emission reduction </a:t>
            </a:r>
            <a:endParaRPr lang="en-US" b="1">
              <a:solidFill>
                <a:schemeClr val="tx1"/>
              </a:solidFill>
              <a:latin typeface="Calibri"/>
              <a:ea typeface="Calibri"/>
              <a:cs typeface="Calibri"/>
            </a:endParaRPr>
          </a:p>
        </p:txBody>
      </p:sp>
      <p:pic>
        <p:nvPicPr>
          <p:cNvPr id="2" name="Picture 1">
            <a:extLst>
              <a:ext uri="{FF2B5EF4-FFF2-40B4-BE49-F238E27FC236}">
                <a16:creationId xmlns:a16="http://schemas.microsoft.com/office/drawing/2014/main" id="{1311E4CA-7B14-3E11-547A-9D97737659C0}"/>
              </a:ext>
            </a:extLst>
          </p:cNvPr>
          <p:cNvPicPr>
            <a:picLocks noChangeAspect="1"/>
          </p:cNvPicPr>
          <p:nvPr/>
        </p:nvPicPr>
        <p:blipFill>
          <a:blip r:embed="rId3"/>
          <a:stretch>
            <a:fillRect/>
          </a:stretch>
        </p:blipFill>
        <p:spPr>
          <a:xfrm>
            <a:off x="0" y="0"/>
            <a:ext cx="6059274" cy="1430622"/>
          </a:xfrm>
          <a:prstGeom prst="rect">
            <a:avLst/>
          </a:prstGeom>
        </p:spPr>
      </p:pic>
      <p:pic>
        <p:nvPicPr>
          <p:cNvPr id="4" name="Picture 3">
            <a:extLst>
              <a:ext uri="{FF2B5EF4-FFF2-40B4-BE49-F238E27FC236}">
                <a16:creationId xmlns:a16="http://schemas.microsoft.com/office/drawing/2014/main" id="{948FE577-B7EE-D7A3-CFC5-0322D059CB02}"/>
              </a:ext>
            </a:extLst>
          </p:cNvPr>
          <p:cNvPicPr>
            <a:picLocks noChangeAspect="1"/>
          </p:cNvPicPr>
          <p:nvPr/>
        </p:nvPicPr>
        <p:blipFill>
          <a:blip r:embed="rId4"/>
          <a:stretch>
            <a:fillRect/>
          </a:stretch>
        </p:blipFill>
        <p:spPr>
          <a:xfrm>
            <a:off x="9524144" y="51712"/>
            <a:ext cx="2667856" cy="1378910"/>
          </a:xfrm>
          <a:prstGeom prst="rect">
            <a:avLst/>
          </a:prstGeom>
        </p:spPr>
      </p:pic>
    </p:spTree>
    <p:extLst>
      <p:ext uri="{BB962C8B-B14F-4D97-AF65-F5344CB8AC3E}">
        <p14:creationId xmlns:p14="http://schemas.microsoft.com/office/powerpoint/2010/main" val="1527029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5" name="Google Shape;105;p3"/>
          <p:cNvSpPr txBox="1"/>
          <p:nvPr/>
        </p:nvSpPr>
        <p:spPr>
          <a:xfrm>
            <a:off x="1081549" y="1622322"/>
            <a:ext cx="9397802" cy="4532671"/>
          </a:xfrm>
          <a:prstGeom prst="rect">
            <a:avLst/>
          </a:prstGeom>
          <a:noFill/>
          <a:ln>
            <a:noFill/>
          </a:ln>
        </p:spPr>
        <p:txBody>
          <a:bodyPr spcFirstLastPara="1" wrap="square" lIns="91425" tIns="91425" rIns="91425" bIns="91425" anchor="t" anchorCtr="0">
            <a:normAutofit/>
          </a:bodyPr>
          <a:lstStyle/>
          <a:p>
            <a:pPr lvl="0"/>
            <a:r>
              <a:rPr lang="en-IN" sz="2800">
                <a:latin typeface="Calibri"/>
              </a:rPr>
              <a:t>Problems</a:t>
            </a:r>
          </a:p>
          <a:p>
            <a:r>
              <a:rPr lang="en-IN" sz="3200">
                <a:latin typeface="Calibri"/>
              </a:rPr>
              <a:t> </a:t>
            </a:r>
            <a:r>
              <a:rPr lang="en-IN" sz="1800">
                <a:solidFill>
                  <a:schemeClr val="tx1"/>
                </a:solidFill>
                <a:latin typeface="Calibri"/>
                <a:ea typeface="Calibri"/>
              </a:rPr>
              <a:t>1) Conventional clay &amp; OPC bricks → high CO₂ emissions (~8% globally)</a:t>
            </a:r>
          </a:p>
          <a:p>
            <a:r>
              <a:rPr lang="en-IN" sz="1800">
                <a:solidFill>
                  <a:schemeClr val="tx1"/>
                </a:solidFill>
                <a:latin typeface="Calibri"/>
                <a:ea typeface="Calibri"/>
              </a:rPr>
              <a:t>  2) Clay extraction damages topsoil</a:t>
            </a:r>
            <a:endParaRPr lang="en-IN">
              <a:solidFill>
                <a:schemeClr val="tx1"/>
              </a:solidFill>
              <a:latin typeface="Calibri"/>
            </a:endParaRPr>
          </a:p>
          <a:p>
            <a:r>
              <a:rPr lang="en-IN" sz="1800">
                <a:solidFill>
                  <a:schemeClr val="tx1"/>
                </a:solidFill>
                <a:latin typeface="Calibri"/>
                <a:ea typeface="Calibri"/>
              </a:rPr>
              <a:t>  3) OPC manufacturing burns limestone at high heat → massive energy use</a:t>
            </a:r>
            <a:endParaRPr lang="en-IN">
              <a:solidFill>
                <a:schemeClr val="tx1"/>
              </a:solidFill>
              <a:latin typeface="Calibri"/>
            </a:endParaRPr>
          </a:p>
          <a:p>
            <a:r>
              <a:rPr lang="en-IN" sz="1800">
                <a:solidFill>
                  <a:schemeClr val="tx1"/>
                </a:solidFill>
                <a:latin typeface="Calibri"/>
                <a:ea typeface="Calibri"/>
              </a:rPr>
              <a:t>  4) Industrial waste (fly ash, GGBS) piles up → land &amp; water pollution</a:t>
            </a:r>
            <a:endParaRPr lang="en-IN">
              <a:solidFill>
                <a:schemeClr val="tx1"/>
              </a:solidFill>
              <a:latin typeface="Calibri"/>
            </a:endParaRPr>
          </a:p>
          <a:p>
            <a:pPr lvl="0"/>
            <a:endParaRPr lang="en-IN" sz="1800">
              <a:latin typeface="Calibri"/>
            </a:endParaRPr>
          </a:p>
          <a:p>
            <a:pPr lvl="0"/>
            <a:r>
              <a:rPr lang="en-IN" sz="2800">
                <a:latin typeface="Calibri"/>
              </a:rPr>
              <a:t>Solution</a:t>
            </a:r>
          </a:p>
          <a:p>
            <a:pPr lvl="0"/>
            <a:endParaRPr lang="en-IN" sz="1800">
              <a:latin typeface="Calibri"/>
            </a:endParaRPr>
          </a:p>
          <a:p>
            <a:pPr lvl="0"/>
            <a:r>
              <a:rPr lang="en-IN" sz="1800">
                <a:latin typeface="Calibri"/>
              </a:rPr>
              <a:t>  1) Convert fly ash &amp; GGBS into geopolymer bricks</a:t>
            </a:r>
          </a:p>
          <a:p>
            <a:pPr lvl="0"/>
            <a:r>
              <a:rPr lang="en-IN" sz="1800">
                <a:latin typeface="Calibri"/>
              </a:rPr>
              <a:t>  2) No high-heat kilns → lower energy + fewer emissions</a:t>
            </a:r>
          </a:p>
          <a:p>
            <a:pPr lvl="0"/>
            <a:r>
              <a:rPr lang="en-IN" sz="1800">
                <a:latin typeface="Calibri"/>
              </a:rPr>
              <a:t>  3) Stronger, denser, water/fire/chemical resistant bricks</a:t>
            </a:r>
          </a:p>
        </p:txBody>
      </p:sp>
      <p:pic>
        <p:nvPicPr>
          <p:cNvPr id="2" name="Picture 1">
            <a:extLst>
              <a:ext uri="{FF2B5EF4-FFF2-40B4-BE49-F238E27FC236}">
                <a16:creationId xmlns:a16="http://schemas.microsoft.com/office/drawing/2014/main" id="{02BF29E2-A8B4-CBCC-3444-06173A8D6753}"/>
              </a:ext>
            </a:extLst>
          </p:cNvPr>
          <p:cNvPicPr>
            <a:picLocks noChangeAspect="1"/>
          </p:cNvPicPr>
          <p:nvPr/>
        </p:nvPicPr>
        <p:blipFill>
          <a:blip r:embed="rId3"/>
          <a:stretch>
            <a:fillRect/>
          </a:stretch>
        </p:blipFill>
        <p:spPr>
          <a:xfrm>
            <a:off x="0" y="0"/>
            <a:ext cx="6059274" cy="1430622"/>
          </a:xfrm>
          <a:prstGeom prst="rect">
            <a:avLst/>
          </a:prstGeom>
        </p:spPr>
      </p:pic>
      <p:pic>
        <p:nvPicPr>
          <p:cNvPr id="4" name="Picture 3">
            <a:extLst>
              <a:ext uri="{FF2B5EF4-FFF2-40B4-BE49-F238E27FC236}">
                <a16:creationId xmlns:a16="http://schemas.microsoft.com/office/drawing/2014/main" id="{040AB4A5-303C-18C9-ABBC-D8F7DF5F2348}"/>
              </a:ext>
            </a:extLst>
          </p:cNvPr>
          <p:cNvPicPr>
            <a:picLocks noChangeAspect="1"/>
          </p:cNvPicPr>
          <p:nvPr/>
        </p:nvPicPr>
        <p:blipFill>
          <a:blip r:embed="rId4"/>
          <a:stretch>
            <a:fillRect/>
          </a:stretch>
        </p:blipFill>
        <p:spPr>
          <a:xfrm>
            <a:off x="9524144" y="51712"/>
            <a:ext cx="2667856" cy="13789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5" name="Text Placeholder 4">
            <a:extLst>
              <a:ext uri="{FF2B5EF4-FFF2-40B4-BE49-F238E27FC236}">
                <a16:creationId xmlns:a16="http://schemas.microsoft.com/office/drawing/2014/main" id="{15F2EE59-4D83-07D7-FF53-9139FCA5235B}"/>
              </a:ext>
            </a:extLst>
          </p:cNvPr>
          <p:cNvSpPr>
            <a:spLocks noGrp="1"/>
          </p:cNvSpPr>
          <p:nvPr>
            <p:ph idx="1"/>
          </p:nvPr>
        </p:nvSpPr>
        <p:spPr>
          <a:xfrm>
            <a:off x="1425676" y="1825625"/>
            <a:ext cx="9202995" cy="4103227"/>
          </a:xfrm>
        </p:spPr>
        <p:txBody>
          <a:bodyPr vert="horz" lIns="91440" tIns="45720" rIns="91440" bIns="45720" rtlCol="0" anchor="t">
            <a:normAutofit lnSpcReduction="10000"/>
          </a:bodyPr>
          <a:lstStyle/>
          <a:p>
            <a:pPr marL="114300" indent="0">
              <a:buNone/>
            </a:pPr>
            <a:endParaRPr lang="en-US" sz="1800"/>
          </a:p>
          <a:p>
            <a:pPr marL="114300" indent="0" algn="ctr">
              <a:buNone/>
            </a:pPr>
            <a:r>
              <a:rPr lang="en-IN" sz="2600" b="1"/>
              <a:t>Market Opportunity</a:t>
            </a:r>
            <a:endParaRPr lang="en-US" sz="2600" b="1"/>
          </a:p>
          <a:p>
            <a:pPr marL="114300" indent="0">
              <a:buNone/>
            </a:pPr>
            <a:r>
              <a:rPr lang="en-US" sz="1900" b="1">
                <a:latin typeface="Calibri"/>
                <a:ea typeface="Calibri"/>
                <a:cs typeface="Calibri"/>
              </a:rPr>
              <a:t>India’s construction sector is booming, already valued at more than ₹11 trillion, and it shows no signs of slowing down thanks to rapid urban growth and ongoing housing initiatives. Bricks, a staple in every building project, represent a large share of this market, with billions produced annually. At present, the majority come from clay or OPC-based cement, but both face increasing challenges rising raw material costs, environmental concerns, and tighter regulations. These factors are paving the way for cleaner alternatives. Geopolymer bricks step in as a practical solution, matching the strength and performance of traditional bricks while slashing carbon emissions and making productive use of industrial waste. With government policies pushing for greener infrastructure and builders actively seeking cost-effective, durable products, the potential demand for geopolymer bricks is not just significant it’s growing steadily year after year.</a:t>
            </a:r>
          </a:p>
        </p:txBody>
      </p:sp>
      <p:pic>
        <p:nvPicPr>
          <p:cNvPr id="2" name="Picture 1">
            <a:extLst>
              <a:ext uri="{FF2B5EF4-FFF2-40B4-BE49-F238E27FC236}">
                <a16:creationId xmlns:a16="http://schemas.microsoft.com/office/drawing/2014/main" id="{5C061DE0-AC36-5F4C-D708-0C267E37EF41}"/>
              </a:ext>
            </a:extLst>
          </p:cNvPr>
          <p:cNvPicPr>
            <a:picLocks noChangeAspect="1"/>
          </p:cNvPicPr>
          <p:nvPr/>
        </p:nvPicPr>
        <p:blipFill>
          <a:blip r:embed="rId3"/>
          <a:stretch>
            <a:fillRect/>
          </a:stretch>
        </p:blipFill>
        <p:spPr>
          <a:xfrm>
            <a:off x="0" y="0"/>
            <a:ext cx="6059274" cy="1430622"/>
          </a:xfrm>
          <a:prstGeom prst="rect">
            <a:avLst/>
          </a:prstGeom>
        </p:spPr>
      </p:pic>
      <p:pic>
        <p:nvPicPr>
          <p:cNvPr id="4" name="Picture 3">
            <a:extLst>
              <a:ext uri="{FF2B5EF4-FFF2-40B4-BE49-F238E27FC236}">
                <a16:creationId xmlns:a16="http://schemas.microsoft.com/office/drawing/2014/main" id="{E9C18A7A-A712-44DB-AD5D-1285E790BD63}"/>
              </a:ext>
            </a:extLst>
          </p:cNvPr>
          <p:cNvPicPr>
            <a:picLocks noChangeAspect="1"/>
          </p:cNvPicPr>
          <p:nvPr/>
        </p:nvPicPr>
        <p:blipFill>
          <a:blip r:embed="rId4"/>
          <a:stretch>
            <a:fillRect/>
          </a:stretch>
        </p:blipFill>
        <p:spPr>
          <a:xfrm>
            <a:off x="9524144" y="51712"/>
            <a:ext cx="2667856" cy="13789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23" name="Google Shape;123;g371c8cd31e6_0_1"/>
          <p:cNvSpPr txBox="1"/>
          <p:nvPr/>
        </p:nvSpPr>
        <p:spPr>
          <a:xfrm>
            <a:off x="499313" y="1527529"/>
            <a:ext cx="12731100" cy="4311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1200"/>
              </a:spcAft>
              <a:buNone/>
            </a:pPr>
            <a:endParaRPr sz="1600">
              <a:solidFill>
                <a:schemeClr val="dk1"/>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4D4786D0-9A32-9015-3616-D390A453DFBC}"/>
              </a:ext>
            </a:extLst>
          </p:cNvPr>
          <p:cNvPicPr>
            <a:picLocks noChangeAspect="1"/>
          </p:cNvPicPr>
          <p:nvPr/>
        </p:nvPicPr>
        <p:blipFill>
          <a:blip r:embed="rId3"/>
          <a:stretch>
            <a:fillRect/>
          </a:stretch>
        </p:blipFill>
        <p:spPr>
          <a:xfrm>
            <a:off x="0" y="0"/>
            <a:ext cx="6157756" cy="1453874"/>
          </a:xfrm>
          <a:prstGeom prst="rect">
            <a:avLst/>
          </a:prstGeom>
        </p:spPr>
      </p:pic>
      <p:pic>
        <p:nvPicPr>
          <p:cNvPr id="11" name="Picture 10">
            <a:extLst>
              <a:ext uri="{FF2B5EF4-FFF2-40B4-BE49-F238E27FC236}">
                <a16:creationId xmlns:a16="http://schemas.microsoft.com/office/drawing/2014/main" id="{4184AD0F-E0C2-22AA-9A5E-EC608B6506CA}"/>
              </a:ext>
            </a:extLst>
          </p:cNvPr>
          <p:cNvPicPr>
            <a:picLocks noChangeAspect="1"/>
          </p:cNvPicPr>
          <p:nvPr/>
        </p:nvPicPr>
        <p:blipFill>
          <a:blip r:embed="rId4"/>
          <a:stretch>
            <a:fillRect/>
          </a:stretch>
        </p:blipFill>
        <p:spPr>
          <a:xfrm>
            <a:off x="9524144" y="51712"/>
            <a:ext cx="2667856" cy="1378910"/>
          </a:xfrm>
          <a:prstGeom prst="rect">
            <a:avLst/>
          </a:prstGeom>
        </p:spPr>
      </p:pic>
      <p:sp>
        <p:nvSpPr>
          <p:cNvPr id="7" name="Text Placeholder 6">
            <a:extLst>
              <a:ext uri="{FF2B5EF4-FFF2-40B4-BE49-F238E27FC236}">
                <a16:creationId xmlns:a16="http://schemas.microsoft.com/office/drawing/2014/main" id="{32AB821C-1E94-5629-222D-E24824600B31}"/>
              </a:ext>
            </a:extLst>
          </p:cNvPr>
          <p:cNvSpPr>
            <a:spLocks noGrp="1"/>
          </p:cNvSpPr>
          <p:nvPr>
            <p:ph idx="1"/>
          </p:nvPr>
        </p:nvSpPr>
        <p:spPr>
          <a:xfrm>
            <a:off x="838200" y="1527528"/>
            <a:ext cx="10515600" cy="5278760"/>
          </a:xfrm>
        </p:spPr>
        <p:txBody>
          <a:bodyPr vert="horz" lIns="91440" tIns="45720" rIns="91440" bIns="45720" rtlCol="0" anchor="t">
            <a:normAutofit lnSpcReduction="10000"/>
          </a:bodyPr>
          <a:lstStyle/>
          <a:p>
            <a:pPr marL="114300" indent="0">
              <a:buNone/>
            </a:pPr>
            <a:r>
              <a:rPr lang="en-US" sz="2400" b="1"/>
              <a:t>Product cost</a:t>
            </a:r>
          </a:p>
          <a:p>
            <a:pPr marL="114300" indent="0">
              <a:buNone/>
            </a:pPr>
            <a:endParaRPr lang="en-US" b="1"/>
          </a:p>
          <a:p>
            <a:pPr marL="114300" indent="0">
              <a:buNone/>
            </a:pPr>
            <a:endParaRPr lang="en-US" b="1"/>
          </a:p>
          <a:p>
            <a:pPr marL="114300" indent="0">
              <a:buNone/>
            </a:pPr>
            <a:endParaRPr lang="en-US" b="1"/>
          </a:p>
          <a:p>
            <a:pPr marL="114300" indent="0">
              <a:buNone/>
            </a:pPr>
            <a:endParaRPr lang="en-US" b="1"/>
          </a:p>
          <a:p>
            <a:pPr marL="114300" indent="0">
              <a:buNone/>
            </a:pPr>
            <a:endParaRPr lang="en-US" b="1"/>
          </a:p>
          <a:p>
            <a:pPr marL="114300" indent="0">
              <a:buNone/>
            </a:pPr>
            <a:endParaRPr lang="en-US" b="1"/>
          </a:p>
          <a:p>
            <a:pPr marL="114300" indent="0">
              <a:buNone/>
            </a:pPr>
            <a:endParaRPr lang="en-US" b="1"/>
          </a:p>
          <a:p>
            <a:pPr marL="114300" indent="0">
              <a:buNone/>
            </a:pPr>
            <a:endParaRPr lang="en-US" b="1"/>
          </a:p>
          <a:p>
            <a:pPr marL="114300" indent="0">
              <a:buNone/>
            </a:pPr>
            <a:endParaRPr lang="en-US" sz="2000" b="1"/>
          </a:p>
          <a:p>
            <a:pPr marL="114300" indent="0">
              <a:buNone/>
            </a:pPr>
            <a:r>
              <a:rPr lang="en-US" sz="2000" b="1"/>
              <a:t>                  </a:t>
            </a:r>
          </a:p>
          <a:p>
            <a:pPr marL="114300" indent="0">
              <a:buNone/>
            </a:pPr>
            <a:r>
              <a:rPr lang="en-US" sz="2000" b="1"/>
              <a:t>                  </a:t>
            </a:r>
          </a:p>
          <a:p>
            <a:pPr marL="114300" indent="0">
              <a:buNone/>
            </a:pPr>
            <a:r>
              <a:rPr lang="en-US" sz="2000" b="1"/>
              <a:t>        The cost of the one geopolymer brick is </a:t>
            </a:r>
            <a:r>
              <a:rPr lang="en-IN" sz="2000" b="1"/>
              <a:t>approximately 8 to 10 Rs</a:t>
            </a:r>
            <a:endParaRPr lang="en-US" sz="2000" b="1"/>
          </a:p>
          <a:p>
            <a:pPr marL="114300" indent="0">
              <a:buNone/>
            </a:pPr>
            <a:endParaRPr lang="en-US"/>
          </a:p>
          <a:p>
            <a:pPr marL="114300" indent="0">
              <a:buNone/>
            </a:pPr>
            <a:endParaRPr lang="en-US"/>
          </a:p>
          <a:p>
            <a:pPr marL="114300" indent="0">
              <a:buNone/>
            </a:pPr>
            <a:endParaRPr lang="en-IN"/>
          </a:p>
        </p:txBody>
      </p:sp>
      <p:graphicFrame>
        <p:nvGraphicFramePr>
          <p:cNvPr id="12" name="Table 11">
            <a:extLst>
              <a:ext uri="{FF2B5EF4-FFF2-40B4-BE49-F238E27FC236}">
                <a16:creationId xmlns:a16="http://schemas.microsoft.com/office/drawing/2014/main" id="{B0204880-19D5-706D-97C7-2067F7974307}"/>
              </a:ext>
            </a:extLst>
          </p:cNvPr>
          <p:cNvGraphicFramePr>
            <a:graphicFrameLocks noGrp="1"/>
          </p:cNvGraphicFramePr>
          <p:nvPr>
            <p:extLst>
              <p:ext uri="{D42A27DB-BD31-4B8C-83A1-F6EECF244321}">
                <p14:modId xmlns:p14="http://schemas.microsoft.com/office/powerpoint/2010/main" val="2900435500"/>
              </p:ext>
            </p:extLst>
          </p:nvPr>
        </p:nvGraphicFramePr>
        <p:xfrm>
          <a:off x="2163097" y="1957174"/>
          <a:ext cx="7829754" cy="4002000"/>
        </p:xfrm>
        <a:graphic>
          <a:graphicData uri="http://schemas.openxmlformats.org/drawingml/2006/table">
            <a:tbl>
              <a:tblPr firstRow="1" bandRow="1">
                <a:tableStyleId>{073A0DAA-6AF3-43AB-8588-CEC1D06C72B9}</a:tableStyleId>
              </a:tblPr>
              <a:tblGrid>
                <a:gridCol w="2620002">
                  <a:extLst>
                    <a:ext uri="{9D8B030D-6E8A-4147-A177-3AD203B41FA5}">
                      <a16:colId xmlns:a16="http://schemas.microsoft.com/office/drawing/2014/main" val="1641178419"/>
                    </a:ext>
                  </a:extLst>
                </a:gridCol>
                <a:gridCol w="2604876">
                  <a:extLst>
                    <a:ext uri="{9D8B030D-6E8A-4147-A177-3AD203B41FA5}">
                      <a16:colId xmlns:a16="http://schemas.microsoft.com/office/drawing/2014/main" val="2981345606"/>
                    </a:ext>
                  </a:extLst>
                </a:gridCol>
                <a:gridCol w="2604876">
                  <a:extLst>
                    <a:ext uri="{9D8B030D-6E8A-4147-A177-3AD203B41FA5}">
                      <a16:colId xmlns:a16="http://schemas.microsoft.com/office/drawing/2014/main" val="3099721768"/>
                    </a:ext>
                  </a:extLst>
                </a:gridCol>
              </a:tblGrid>
              <a:tr h="392329">
                <a:tc>
                  <a:txBody>
                    <a:bodyPr/>
                    <a:lstStyle/>
                    <a:p>
                      <a:pPr algn="ctr"/>
                      <a:r>
                        <a:rPr lang="en-IN" sz="2000"/>
                        <a:t>Component</a:t>
                      </a:r>
                    </a:p>
                  </a:txBody>
                  <a:tcPr/>
                </a:tc>
                <a:tc>
                  <a:txBody>
                    <a:bodyPr/>
                    <a:lstStyle/>
                    <a:p>
                      <a:pPr algn="ctr"/>
                      <a:r>
                        <a:rPr lang="en-IN" sz="2000"/>
                        <a:t>Quantity</a:t>
                      </a:r>
                    </a:p>
                  </a:txBody>
                  <a:tcPr/>
                </a:tc>
                <a:tc>
                  <a:txBody>
                    <a:bodyPr/>
                    <a:lstStyle/>
                    <a:p>
                      <a:pPr algn="ctr"/>
                      <a:r>
                        <a:rPr lang="en-IN" sz="2000"/>
                        <a:t>Estimated Cost (INR)</a:t>
                      </a:r>
                    </a:p>
                  </a:txBody>
                  <a:tcPr/>
                </a:tc>
                <a:extLst>
                  <a:ext uri="{0D108BD9-81ED-4DB2-BD59-A6C34878D82A}">
                    <a16:rowId xmlns:a16="http://schemas.microsoft.com/office/drawing/2014/main" val="3294995111"/>
                  </a:ext>
                </a:extLst>
              </a:tr>
              <a:tr h="392329">
                <a:tc>
                  <a:txBody>
                    <a:bodyPr/>
                    <a:lstStyle/>
                    <a:p>
                      <a:pPr algn="ctr"/>
                      <a:r>
                        <a:rPr lang="en-US" sz="2000"/>
                        <a:t>Fly ash</a:t>
                      </a:r>
                      <a:endParaRPr lang="en-IN" sz="2000"/>
                    </a:p>
                  </a:txBody>
                  <a:tcPr/>
                </a:tc>
                <a:tc>
                  <a:txBody>
                    <a:bodyPr/>
                    <a:lstStyle/>
                    <a:p>
                      <a:pPr algn="ctr"/>
                      <a:r>
                        <a:rPr lang="en-IN" sz="2000"/>
                        <a:t>3,000 kg</a:t>
                      </a:r>
                    </a:p>
                  </a:txBody>
                  <a:tcPr/>
                </a:tc>
                <a:tc>
                  <a:txBody>
                    <a:bodyPr/>
                    <a:lstStyle/>
                    <a:p>
                      <a:pPr algn="ctr"/>
                      <a:r>
                        <a:rPr lang="en-US" sz="2000"/>
                        <a:t>3,000</a:t>
                      </a:r>
                      <a:endParaRPr lang="en-IN" sz="2000"/>
                    </a:p>
                  </a:txBody>
                  <a:tcPr/>
                </a:tc>
                <a:extLst>
                  <a:ext uri="{0D108BD9-81ED-4DB2-BD59-A6C34878D82A}">
                    <a16:rowId xmlns:a16="http://schemas.microsoft.com/office/drawing/2014/main" val="428786669"/>
                  </a:ext>
                </a:extLst>
              </a:tr>
              <a:tr h="392329">
                <a:tc>
                  <a:txBody>
                    <a:bodyPr/>
                    <a:lstStyle/>
                    <a:p>
                      <a:pPr algn="ctr"/>
                      <a:r>
                        <a:rPr lang="en-US" sz="2000"/>
                        <a:t>GGBS</a:t>
                      </a:r>
                      <a:endParaRPr lang="en-IN" sz="2000"/>
                    </a:p>
                  </a:txBody>
                  <a:tcPr/>
                </a:tc>
                <a:tc>
                  <a:txBody>
                    <a:bodyPr/>
                    <a:lstStyle/>
                    <a:p>
                      <a:pPr algn="ctr"/>
                      <a:r>
                        <a:rPr lang="en-US" sz="2000"/>
                        <a:t>2,000Kg</a:t>
                      </a:r>
                      <a:endParaRPr lang="en-IN" sz="2000"/>
                    </a:p>
                  </a:txBody>
                  <a:tcPr/>
                </a:tc>
                <a:tc>
                  <a:txBody>
                    <a:bodyPr/>
                    <a:lstStyle/>
                    <a:p>
                      <a:pPr algn="ctr"/>
                      <a:r>
                        <a:rPr lang="en-US" sz="2000"/>
                        <a:t>4,000</a:t>
                      </a:r>
                      <a:endParaRPr lang="en-IN" sz="2000"/>
                    </a:p>
                  </a:txBody>
                  <a:tcPr/>
                </a:tc>
                <a:extLst>
                  <a:ext uri="{0D108BD9-81ED-4DB2-BD59-A6C34878D82A}">
                    <a16:rowId xmlns:a16="http://schemas.microsoft.com/office/drawing/2014/main" val="3029638090"/>
                  </a:ext>
                </a:extLst>
              </a:tr>
              <a:tr h="464555">
                <a:tc>
                  <a:txBody>
                    <a:bodyPr/>
                    <a:lstStyle/>
                    <a:p>
                      <a:pPr algn="ctr"/>
                      <a:r>
                        <a:rPr lang="en-US" sz="2000"/>
                        <a:t>Alkaline Activators</a:t>
                      </a:r>
                      <a:endParaRPr lang="en-IN" sz="2000"/>
                    </a:p>
                  </a:txBody>
                  <a:tcPr/>
                </a:tc>
                <a:tc>
                  <a:txBody>
                    <a:bodyPr/>
                    <a:lstStyle/>
                    <a:p>
                      <a:pPr algn="ctr"/>
                      <a:r>
                        <a:rPr lang="en-US" sz="2000"/>
                        <a:t>-</a:t>
                      </a:r>
                      <a:endParaRPr lang="en-IN" sz="2000"/>
                    </a:p>
                  </a:txBody>
                  <a:tcPr/>
                </a:tc>
                <a:tc>
                  <a:txBody>
                    <a:bodyPr/>
                    <a:lstStyle/>
                    <a:p>
                      <a:pPr algn="ctr"/>
                      <a:r>
                        <a:rPr lang="en-US" sz="2000"/>
                        <a:t>12,000</a:t>
                      </a:r>
                      <a:endParaRPr lang="en-IN" sz="2000"/>
                    </a:p>
                  </a:txBody>
                  <a:tcPr/>
                </a:tc>
                <a:extLst>
                  <a:ext uri="{0D108BD9-81ED-4DB2-BD59-A6C34878D82A}">
                    <a16:rowId xmlns:a16="http://schemas.microsoft.com/office/drawing/2014/main" val="331799172"/>
                  </a:ext>
                </a:extLst>
              </a:tr>
              <a:tr h="392329">
                <a:tc>
                  <a:txBody>
                    <a:bodyPr/>
                    <a:lstStyle/>
                    <a:p>
                      <a:pPr algn="ctr"/>
                      <a:r>
                        <a:rPr lang="en-US" sz="2000"/>
                        <a:t>Water</a:t>
                      </a:r>
                      <a:endParaRPr lang="en-IN" sz="2000"/>
                    </a:p>
                  </a:txBody>
                  <a:tcPr/>
                </a:tc>
                <a:tc>
                  <a:txBody>
                    <a:bodyPr/>
                    <a:lstStyle/>
                    <a:p>
                      <a:pPr algn="ctr"/>
                      <a:r>
                        <a:rPr lang="en-US" sz="2000"/>
                        <a:t>2,000 liters</a:t>
                      </a:r>
                      <a:endParaRPr lang="en-IN" sz="2000"/>
                    </a:p>
                  </a:txBody>
                  <a:tcPr/>
                </a:tc>
                <a:tc>
                  <a:txBody>
                    <a:bodyPr/>
                    <a:lstStyle/>
                    <a:p>
                      <a:pPr algn="ctr"/>
                      <a:r>
                        <a:rPr lang="en-US" sz="2000"/>
                        <a:t>500</a:t>
                      </a:r>
                      <a:endParaRPr lang="en-IN" sz="2000"/>
                    </a:p>
                  </a:txBody>
                  <a:tcPr/>
                </a:tc>
                <a:extLst>
                  <a:ext uri="{0D108BD9-81ED-4DB2-BD59-A6C34878D82A}">
                    <a16:rowId xmlns:a16="http://schemas.microsoft.com/office/drawing/2014/main" val="1449077422"/>
                  </a:ext>
                </a:extLst>
              </a:tr>
              <a:tr h="392329">
                <a:tc>
                  <a:txBody>
                    <a:bodyPr/>
                    <a:lstStyle/>
                    <a:p>
                      <a:pPr algn="ctr"/>
                      <a:r>
                        <a:rPr lang="en-IN" sz="2000"/>
                        <a:t>Labour</a:t>
                      </a:r>
                    </a:p>
                  </a:txBody>
                  <a:tcPr/>
                </a:tc>
                <a:tc>
                  <a:txBody>
                    <a:bodyPr/>
                    <a:lstStyle/>
                    <a:p>
                      <a:pPr algn="ctr"/>
                      <a:r>
                        <a:rPr lang="en-US" sz="2000"/>
                        <a:t>-</a:t>
                      </a:r>
                      <a:endParaRPr lang="en-IN" sz="2000"/>
                    </a:p>
                  </a:txBody>
                  <a:tcPr/>
                </a:tc>
                <a:tc>
                  <a:txBody>
                    <a:bodyPr/>
                    <a:lstStyle/>
                    <a:p>
                      <a:pPr algn="ctr"/>
                      <a:r>
                        <a:rPr lang="en-US" sz="2000"/>
                        <a:t>15,000</a:t>
                      </a:r>
                      <a:endParaRPr lang="en-IN" sz="2000"/>
                    </a:p>
                  </a:txBody>
                  <a:tcPr/>
                </a:tc>
                <a:extLst>
                  <a:ext uri="{0D108BD9-81ED-4DB2-BD59-A6C34878D82A}">
                    <a16:rowId xmlns:a16="http://schemas.microsoft.com/office/drawing/2014/main" val="1887660426"/>
                  </a:ext>
                </a:extLst>
              </a:tr>
              <a:tr h="369722">
                <a:tc>
                  <a:txBody>
                    <a:bodyPr/>
                    <a:lstStyle/>
                    <a:p>
                      <a:pPr algn="ctr"/>
                      <a:r>
                        <a:rPr lang="en-IN" sz="2000"/>
                        <a:t>Electricity for Curing</a:t>
                      </a:r>
                    </a:p>
                  </a:txBody>
                  <a:tcPr/>
                </a:tc>
                <a:tc>
                  <a:txBody>
                    <a:bodyPr/>
                    <a:lstStyle/>
                    <a:p>
                      <a:pPr algn="ctr"/>
                      <a:r>
                        <a:rPr lang="en-US" sz="2000"/>
                        <a:t>-</a:t>
                      </a:r>
                      <a:endParaRPr lang="en-IN" sz="2000"/>
                    </a:p>
                  </a:txBody>
                  <a:tcPr/>
                </a:tc>
                <a:tc>
                  <a:txBody>
                    <a:bodyPr/>
                    <a:lstStyle/>
                    <a:p>
                      <a:pPr algn="ctr"/>
                      <a:r>
                        <a:rPr lang="en-US" sz="2000"/>
                        <a:t>5,000</a:t>
                      </a:r>
                      <a:endParaRPr lang="en-IN" sz="2000"/>
                    </a:p>
                  </a:txBody>
                  <a:tcPr/>
                </a:tc>
                <a:extLst>
                  <a:ext uri="{0D108BD9-81ED-4DB2-BD59-A6C34878D82A}">
                    <a16:rowId xmlns:a16="http://schemas.microsoft.com/office/drawing/2014/main" val="1754376980"/>
                  </a:ext>
                </a:extLst>
              </a:tr>
              <a:tr h="392329">
                <a:tc>
                  <a:txBody>
                    <a:bodyPr/>
                    <a:lstStyle/>
                    <a:p>
                      <a:pPr algn="ctr"/>
                      <a:r>
                        <a:rPr lang="en-IN" sz="2000"/>
                        <a:t>Moulds and Tools</a:t>
                      </a:r>
                    </a:p>
                  </a:txBody>
                  <a:tcPr/>
                </a:tc>
                <a:tc>
                  <a:txBody>
                    <a:bodyPr/>
                    <a:lstStyle/>
                    <a:p>
                      <a:pPr algn="ctr"/>
                      <a:r>
                        <a:rPr lang="en-US" sz="2000"/>
                        <a:t>-</a:t>
                      </a:r>
                      <a:endParaRPr lang="en-IN" sz="2000"/>
                    </a:p>
                  </a:txBody>
                  <a:tcPr/>
                </a:tc>
                <a:tc>
                  <a:txBody>
                    <a:bodyPr/>
                    <a:lstStyle/>
                    <a:p>
                      <a:pPr algn="ctr"/>
                      <a:r>
                        <a:rPr lang="en-US" sz="2000"/>
                        <a:t>3,000</a:t>
                      </a:r>
                      <a:endParaRPr lang="en-IN" sz="2000"/>
                    </a:p>
                  </a:txBody>
                  <a:tcPr/>
                </a:tc>
                <a:extLst>
                  <a:ext uri="{0D108BD9-81ED-4DB2-BD59-A6C34878D82A}">
                    <a16:rowId xmlns:a16="http://schemas.microsoft.com/office/drawing/2014/main" val="3259453442"/>
                  </a:ext>
                </a:extLst>
              </a:tr>
              <a:tr h="458965">
                <a:tc>
                  <a:txBody>
                    <a:bodyPr/>
                    <a:lstStyle/>
                    <a:p>
                      <a:pPr algn="ctr"/>
                      <a:r>
                        <a:rPr lang="en-US" sz="2000"/>
                        <a:t>Total cost</a:t>
                      </a:r>
                      <a:endParaRPr lang="en-IN" sz="2000"/>
                    </a:p>
                  </a:txBody>
                  <a:tcPr/>
                </a:tc>
                <a:tc>
                  <a:txBody>
                    <a:bodyPr/>
                    <a:lstStyle/>
                    <a:p>
                      <a:pPr algn="ctr"/>
                      <a:r>
                        <a:rPr lang="en-US" sz="2000"/>
                        <a:t>-</a:t>
                      </a:r>
                      <a:endParaRPr lang="en-IN" sz="2000"/>
                    </a:p>
                  </a:txBody>
                  <a:tcPr/>
                </a:tc>
                <a:tc>
                  <a:txBody>
                    <a:bodyPr/>
                    <a:lstStyle/>
                    <a:p>
                      <a:pPr algn="ctr"/>
                      <a:r>
                        <a:rPr lang="en-US" sz="2000"/>
                        <a:t>50,000</a:t>
                      </a:r>
                      <a:endParaRPr lang="en-IN" sz="2000"/>
                    </a:p>
                  </a:txBody>
                  <a:tcPr/>
                </a:tc>
                <a:extLst>
                  <a:ext uri="{0D108BD9-81ED-4DB2-BD59-A6C34878D82A}">
                    <a16:rowId xmlns:a16="http://schemas.microsoft.com/office/drawing/2014/main" val="3257467060"/>
                  </a:ext>
                </a:extLst>
              </a:tr>
            </a:tbl>
          </a:graphicData>
        </a:graphic>
      </p:graphicFrame>
    </p:spTree>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5" name="TextBox 4">
            <a:extLst>
              <a:ext uri="{FF2B5EF4-FFF2-40B4-BE49-F238E27FC236}">
                <a16:creationId xmlns:a16="http://schemas.microsoft.com/office/drawing/2014/main" id="{96EFCF79-BBEE-7FE3-CD75-FEA958E47389}"/>
              </a:ext>
            </a:extLst>
          </p:cNvPr>
          <p:cNvSpPr txBox="1"/>
          <p:nvPr/>
        </p:nvSpPr>
        <p:spPr>
          <a:xfrm>
            <a:off x="838200" y="2319349"/>
            <a:ext cx="10515600" cy="2769989"/>
          </a:xfrm>
          <a:prstGeom prst="rect">
            <a:avLst/>
          </a:prstGeom>
          <a:noFill/>
        </p:spPr>
        <p:txBody>
          <a:bodyPr wrap="square">
            <a:spAutoFit/>
          </a:bodyPr>
          <a:lstStyle/>
          <a:p>
            <a:endParaRPr lang="en-US" sz="1800">
              <a:latin typeface="Times New Roman"/>
              <a:cs typeface="Times New Roman"/>
              <a:sym typeface="Times New Roman"/>
            </a:endParaRPr>
          </a:p>
          <a:p>
            <a:endParaRPr lang="en-US" sz="2600" b="1">
              <a:latin typeface="Times New Roman"/>
              <a:cs typeface="Times New Roman"/>
              <a:sym typeface="Times New Roman"/>
            </a:endParaRPr>
          </a:p>
          <a:p>
            <a:endParaRPr lang="en-US" sz="2600" b="1">
              <a:latin typeface="Times New Roman"/>
              <a:cs typeface="Times New Roman"/>
              <a:sym typeface="Times New Roman"/>
            </a:endParaRPr>
          </a:p>
          <a:p>
            <a:endParaRPr lang="en-US" sz="2600" b="1">
              <a:latin typeface="Times New Roman"/>
              <a:cs typeface="Times New Roman"/>
              <a:sym typeface="Times New Roman"/>
            </a:endParaRPr>
          </a:p>
          <a:p>
            <a:endParaRPr lang="en-US" sz="2600" b="1">
              <a:latin typeface="Times New Roman"/>
              <a:cs typeface="Times New Roman"/>
              <a:sym typeface="Times New Roman"/>
            </a:endParaRPr>
          </a:p>
          <a:p>
            <a:endParaRPr lang="en-US" sz="2600" b="1">
              <a:latin typeface="Times New Roman"/>
              <a:cs typeface="Times New Roman"/>
              <a:sym typeface="Times New Roman"/>
            </a:endParaRPr>
          </a:p>
          <a:p>
            <a:endParaRPr lang="en-US" sz="2600" b="1">
              <a:latin typeface="Times New Roman"/>
              <a:cs typeface="Times New Roman"/>
              <a:sym typeface="Times New Roman"/>
            </a:endParaRPr>
          </a:p>
        </p:txBody>
      </p:sp>
      <p:pic>
        <p:nvPicPr>
          <p:cNvPr id="6" name="Picture 5">
            <a:extLst>
              <a:ext uri="{FF2B5EF4-FFF2-40B4-BE49-F238E27FC236}">
                <a16:creationId xmlns:a16="http://schemas.microsoft.com/office/drawing/2014/main" id="{DF06AA4A-99D8-8DC3-F3C4-B3505AB10455}"/>
              </a:ext>
            </a:extLst>
          </p:cNvPr>
          <p:cNvPicPr>
            <a:picLocks noChangeAspect="1"/>
          </p:cNvPicPr>
          <p:nvPr/>
        </p:nvPicPr>
        <p:blipFill>
          <a:blip r:embed="rId3"/>
          <a:stretch>
            <a:fillRect/>
          </a:stretch>
        </p:blipFill>
        <p:spPr>
          <a:xfrm>
            <a:off x="0" y="0"/>
            <a:ext cx="6059275" cy="1430622"/>
          </a:xfrm>
          <a:prstGeom prst="rect">
            <a:avLst/>
          </a:prstGeom>
        </p:spPr>
      </p:pic>
      <p:pic>
        <p:nvPicPr>
          <p:cNvPr id="9" name="Picture 8">
            <a:extLst>
              <a:ext uri="{FF2B5EF4-FFF2-40B4-BE49-F238E27FC236}">
                <a16:creationId xmlns:a16="http://schemas.microsoft.com/office/drawing/2014/main" id="{C0622B6F-A741-9622-2CBD-BB26A28559E2}"/>
              </a:ext>
            </a:extLst>
          </p:cNvPr>
          <p:cNvPicPr>
            <a:picLocks noChangeAspect="1"/>
          </p:cNvPicPr>
          <p:nvPr/>
        </p:nvPicPr>
        <p:blipFill>
          <a:blip r:embed="rId4"/>
          <a:stretch>
            <a:fillRect/>
          </a:stretch>
        </p:blipFill>
        <p:spPr>
          <a:xfrm>
            <a:off x="9524144" y="51712"/>
            <a:ext cx="2667856" cy="1378910"/>
          </a:xfrm>
          <a:prstGeom prst="rect">
            <a:avLst/>
          </a:prstGeom>
        </p:spPr>
      </p:pic>
      <p:graphicFrame>
        <p:nvGraphicFramePr>
          <p:cNvPr id="4" name="Chart 3">
            <a:extLst>
              <a:ext uri="{FF2B5EF4-FFF2-40B4-BE49-F238E27FC236}">
                <a16:creationId xmlns:a16="http://schemas.microsoft.com/office/drawing/2014/main" id="{30BAB785-558F-870E-1BB3-A9CE1D957758}"/>
              </a:ext>
            </a:extLst>
          </p:cNvPr>
          <p:cNvGraphicFramePr/>
          <p:nvPr>
            <p:extLst>
              <p:ext uri="{D42A27DB-BD31-4B8C-83A1-F6EECF244321}">
                <p14:modId xmlns:p14="http://schemas.microsoft.com/office/powerpoint/2010/main" val="2766720288"/>
              </p:ext>
            </p:extLst>
          </p:nvPr>
        </p:nvGraphicFramePr>
        <p:xfrm>
          <a:off x="2222090" y="1622323"/>
          <a:ext cx="7561007" cy="402139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FD0E563B-A06F-9AAB-3815-9F4554E24B4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57C0174-A93A-77F8-F969-45F2D094A93A}"/>
              </a:ext>
            </a:extLst>
          </p:cNvPr>
          <p:cNvPicPr>
            <a:picLocks noChangeAspect="1"/>
          </p:cNvPicPr>
          <p:nvPr/>
        </p:nvPicPr>
        <p:blipFill>
          <a:blip r:embed="rId3"/>
          <a:stretch>
            <a:fillRect/>
          </a:stretch>
        </p:blipFill>
        <p:spPr>
          <a:xfrm>
            <a:off x="0" y="0"/>
            <a:ext cx="6059275" cy="1430622"/>
          </a:xfrm>
          <a:prstGeom prst="rect">
            <a:avLst/>
          </a:prstGeom>
        </p:spPr>
      </p:pic>
      <p:pic>
        <p:nvPicPr>
          <p:cNvPr id="9" name="Picture 8">
            <a:extLst>
              <a:ext uri="{FF2B5EF4-FFF2-40B4-BE49-F238E27FC236}">
                <a16:creationId xmlns:a16="http://schemas.microsoft.com/office/drawing/2014/main" id="{BA33CE7F-F78E-7AA3-42A3-C8217EFD011E}"/>
              </a:ext>
            </a:extLst>
          </p:cNvPr>
          <p:cNvPicPr>
            <a:picLocks noChangeAspect="1"/>
          </p:cNvPicPr>
          <p:nvPr/>
        </p:nvPicPr>
        <p:blipFill>
          <a:blip r:embed="rId4"/>
          <a:stretch>
            <a:fillRect/>
          </a:stretch>
        </p:blipFill>
        <p:spPr>
          <a:xfrm>
            <a:off x="9524144" y="51712"/>
            <a:ext cx="2667856" cy="1378910"/>
          </a:xfrm>
          <a:prstGeom prst="rect">
            <a:avLst/>
          </a:prstGeom>
        </p:spPr>
      </p:pic>
      <p:graphicFrame>
        <p:nvGraphicFramePr>
          <p:cNvPr id="12" name="Content Placeholder 11">
            <a:extLst>
              <a:ext uri="{FF2B5EF4-FFF2-40B4-BE49-F238E27FC236}">
                <a16:creationId xmlns:a16="http://schemas.microsoft.com/office/drawing/2014/main" id="{5EFC1627-2D2D-FF7C-212A-4096FA92B96B}"/>
              </a:ext>
            </a:extLst>
          </p:cNvPr>
          <p:cNvGraphicFramePr>
            <a:graphicFrameLocks noGrp="1"/>
          </p:cNvGraphicFramePr>
          <p:nvPr>
            <p:ph idx="1"/>
            <p:extLst>
              <p:ext uri="{D42A27DB-BD31-4B8C-83A1-F6EECF244321}">
                <p14:modId xmlns:p14="http://schemas.microsoft.com/office/powerpoint/2010/main" val="2567731663"/>
              </p:ext>
            </p:extLst>
          </p:nvPr>
        </p:nvGraphicFramePr>
        <p:xfrm>
          <a:off x="1614616" y="1704030"/>
          <a:ext cx="8664147" cy="423798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975102404"/>
      </p:ext>
    </p:extLst>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6776F3BF-B434-62D2-B1C7-1640256A416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058E43E-2975-1794-1A73-664D3C54561C}"/>
              </a:ext>
            </a:extLst>
          </p:cNvPr>
          <p:cNvPicPr>
            <a:picLocks noChangeAspect="1"/>
          </p:cNvPicPr>
          <p:nvPr/>
        </p:nvPicPr>
        <p:blipFill>
          <a:blip r:embed="rId3"/>
          <a:stretch>
            <a:fillRect/>
          </a:stretch>
        </p:blipFill>
        <p:spPr>
          <a:xfrm>
            <a:off x="0" y="0"/>
            <a:ext cx="6059275" cy="1430622"/>
          </a:xfrm>
          <a:prstGeom prst="rect">
            <a:avLst/>
          </a:prstGeom>
        </p:spPr>
      </p:pic>
      <p:pic>
        <p:nvPicPr>
          <p:cNvPr id="9" name="Picture 8">
            <a:extLst>
              <a:ext uri="{FF2B5EF4-FFF2-40B4-BE49-F238E27FC236}">
                <a16:creationId xmlns:a16="http://schemas.microsoft.com/office/drawing/2014/main" id="{F070C4CD-4811-3EE7-9851-A9F90A6CA418}"/>
              </a:ext>
            </a:extLst>
          </p:cNvPr>
          <p:cNvPicPr>
            <a:picLocks noChangeAspect="1"/>
          </p:cNvPicPr>
          <p:nvPr/>
        </p:nvPicPr>
        <p:blipFill>
          <a:blip r:embed="rId4"/>
          <a:stretch>
            <a:fillRect/>
          </a:stretch>
        </p:blipFill>
        <p:spPr>
          <a:xfrm>
            <a:off x="9524144" y="51712"/>
            <a:ext cx="2667856" cy="1378910"/>
          </a:xfrm>
          <a:prstGeom prst="rect">
            <a:avLst/>
          </a:prstGeom>
        </p:spPr>
      </p:pic>
      <p:sp>
        <p:nvSpPr>
          <p:cNvPr id="11" name="Content Placeholder 10">
            <a:extLst>
              <a:ext uri="{FF2B5EF4-FFF2-40B4-BE49-F238E27FC236}">
                <a16:creationId xmlns:a16="http://schemas.microsoft.com/office/drawing/2014/main" id="{61039376-2ECD-556A-B511-0BA6CF3C5F83}"/>
              </a:ext>
            </a:extLst>
          </p:cNvPr>
          <p:cNvSpPr>
            <a:spLocks noGrp="1"/>
          </p:cNvSpPr>
          <p:nvPr>
            <p:ph idx="1"/>
          </p:nvPr>
        </p:nvSpPr>
        <p:spPr>
          <a:xfrm>
            <a:off x="1484310" y="1936955"/>
            <a:ext cx="10471716" cy="4454013"/>
          </a:xfrm>
        </p:spPr>
        <p:txBody>
          <a:bodyPr vert="horz" lIns="91440" tIns="45720" rIns="91440" bIns="45720" rtlCol="0" anchor="t">
            <a:normAutofit fontScale="92500" lnSpcReduction="10000"/>
          </a:bodyPr>
          <a:lstStyle/>
          <a:p>
            <a:pPr marL="0" indent="0">
              <a:buNone/>
            </a:pPr>
            <a:r>
              <a:rPr lang="en-US" sz="2800" b="1"/>
              <a:t>References</a:t>
            </a:r>
          </a:p>
          <a:p>
            <a:pPr marL="342900" indent="-342900">
              <a:buAutoNum type="arabicParenR"/>
            </a:pPr>
            <a:r>
              <a:rPr lang="en-IN" sz="1700" b="1">
                <a:latin typeface="Calibri"/>
                <a:ea typeface="Calibri"/>
                <a:cs typeface="Calibri"/>
              </a:rPr>
              <a:t>C. Antony Jeyasehar1, G. Saravanan2 A.K. Ramakrishnan1 and S</a:t>
            </a:r>
            <a:r>
              <a:rPr lang="en-IN" sz="1800" b="1">
                <a:latin typeface="Calibri"/>
                <a:ea typeface="Calibri"/>
                <a:cs typeface="Calibri"/>
              </a:rPr>
              <a:t>. </a:t>
            </a:r>
            <a:r>
              <a:rPr lang="en-IN" sz="1700" b="1">
                <a:latin typeface="Calibri"/>
                <a:ea typeface="Calibri"/>
                <a:cs typeface="Calibri"/>
              </a:rPr>
              <a:t>Kandasamy3  </a:t>
            </a:r>
            <a:r>
              <a:rPr lang="en-US" sz="1700" b="1">
                <a:latin typeface="Calibri"/>
                <a:ea typeface="Calibri"/>
                <a:cs typeface="Calibri"/>
              </a:rPr>
              <a:t>strength and durability                         studies on fly ash based geopolymer bricks</a:t>
            </a:r>
          </a:p>
          <a:p>
            <a:pPr marL="342900" indent="-342900">
              <a:buAutoNum type="arabicParenR"/>
            </a:pPr>
            <a:r>
              <a:rPr lang="en-IN" sz="1700" b="1">
                <a:latin typeface="Calibri"/>
                <a:ea typeface="Calibri"/>
                <a:cs typeface="Calibri"/>
              </a:rPr>
              <a:t>H. M. Khater, </a:t>
            </a:r>
            <a:r>
              <a:rPr lang="en-IN" sz="1700" b="1" err="1">
                <a:latin typeface="Calibri"/>
                <a:ea typeface="Calibri"/>
                <a:cs typeface="Calibri"/>
              </a:rPr>
              <a:t>M.Ezzat</a:t>
            </a:r>
            <a:r>
              <a:rPr lang="en-IN" sz="1700" b="1">
                <a:latin typeface="Calibri"/>
                <a:ea typeface="Calibri"/>
                <a:cs typeface="Calibri"/>
              </a:rPr>
              <a:t> and A. M. El Nagar </a:t>
            </a:r>
            <a:r>
              <a:rPr lang="en-US" sz="1700" b="1">
                <a:latin typeface="Calibri"/>
                <a:ea typeface="Calibri"/>
                <a:cs typeface="Calibri"/>
              </a:rPr>
              <a:t>engineering of low cost geopolymer building bricks applied for various construction purposes </a:t>
            </a:r>
          </a:p>
          <a:p>
            <a:pPr marL="342900" indent="-342900">
              <a:buAutoNum type="arabicParenR"/>
            </a:pPr>
            <a:r>
              <a:rPr lang="en-IN" sz="1700" b="1" err="1">
                <a:latin typeface="Calibri"/>
                <a:ea typeface="Calibri"/>
                <a:cs typeface="Calibri"/>
              </a:rPr>
              <a:t>Raghulkumar</a:t>
            </a:r>
            <a:r>
              <a:rPr lang="en-IN" sz="1700" b="1">
                <a:latin typeface="Calibri"/>
                <a:ea typeface="Calibri"/>
                <a:cs typeface="Calibri"/>
              </a:rPr>
              <a:t>. R1, </a:t>
            </a:r>
            <a:r>
              <a:rPr lang="en-IN" sz="1700" b="1" err="1">
                <a:latin typeface="Calibri"/>
                <a:ea typeface="Calibri"/>
                <a:cs typeface="Calibri"/>
              </a:rPr>
              <a:t>Thirugnanasambandam</a:t>
            </a:r>
            <a:r>
              <a:rPr lang="en-IN" sz="1700" b="1">
                <a:latin typeface="Calibri"/>
                <a:ea typeface="Calibri"/>
                <a:cs typeface="Calibri"/>
              </a:rPr>
              <a:t>. S2 </a:t>
            </a:r>
            <a:r>
              <a:rPr lang="en-US" sz="1700" b="1">
                <a:latin typeface="Calibri"/>
                <a:ea typeface="Calibri"/>
                <a:cs typeface="Calibri"/>
              </a:rPr>
              <a:t>study on conventional and geopolymer bricks </a:t>
            </a:r>
          </a:p>
          <a:p>
            <a:pPr marL="342900" indent="-342900">
              <a:buAutoNum type="arabicParenR"/>
            </a:pPr>
            <a:r>
              <a:rPr lang="en-IN" sz="1700" b="1">
                <a:latin typeface="Calibri"/>
                <a:ea typeface="Calibri"/>
                <a:cs typeface="Calibri"/>
              </a:rPr>
              <a:t>Nicolas Youssef 1 ,2,*, Andry Zaid Rabenantoandro1, Zakaria Dakhli1, Fadi Hage Chehade2, and </a:t>
            </a:r>
            <a:r>
              <a:rPr lang="en-IN" sz="1700" b="1" err="1">
                <a:latin typeface="Calibri"/>
                <a:ea typeface="Calibri"/>
                <a:cs typeface="Calibri"/>
              </a:rPr>
              <a:t>Zoubeir</a:t>
            </a:r>
            <a:r>
              <a:rPr lang="en-IN" sz="1700" b="1">
                <a:latin typeface="Calibri"/>
                <a:ea typeface="Calibri"/>
                <a:cs typeface="Calibri"/>
              </a:rPr>
              <a:t> Lafhaj1  </a:t>
            </a:r>
            <a:r>
              <a:rPr lang="en-US" sz="1700" b="1">
                <a:latin typeface="Calibri"/>
                <a:ea typeface="Calibri"/>
                <a:cs typeface="Calibri"/>
              </a:rPr>
              <a:t>Environmental evaluation of geopolymer bricks</a:t>
            </a:r>
          </a:p>
          <a:p>
            <a:pPr marL="342900" indent="-342900">
              <a:buAutoNum type="arabicParenR"/>
            </a:pPr>
            <a:r>
              <a:rPr lang="en-IN" sz="1700" b="1">
                <a:latin typeface="Calibri"/>
                <a:ea typeface="Calibri"/>
                <a:cs typeface="Calibri"/>
              </a:rPr>
              <a:t>Yuxin (Justin) Wang * and Hossam Abuel-Naga </a:t>
            </a:r>
            <a:r>
              <a:rPr lang="en-US" sz="1700" b="1">
                <a:latin typeface="Calibri"/>
                <a:ea typeface="Calibri"/>
                <a:cs typeface="Calibri"/>
              </a:rPr>
              <a:t>Unfired Bricks from Wastes: A Review of </a:t>
            </a:r>
            <a:r>
              <a:rPr lang="en-US" sz="1700" b="1" err="1">
                <a:latin typeface="Calibri"/>
                <a:ea typeface="Calibri"/>
                <a:cs typeface="Calibri"/>
              </a:rPr>
              <a:t>Stabiliser</a:t>
            </a:r>
            <a:r>
              <a:rPr lang="en-US" sz="1700" b="1">
                <a:latin typeface="Calibri"/>
                <a:ea typeface="Calibri"/>
                <a:cs typeface="Calibri"/>
              </a:rPr>
              <a:t> Technologies, Performance Metrics, and Circular Economy Pathways</a:t>
            </a:r>
          </a:p>
          <a:p>
            <a:pPr marL="342900" indent="-342900">
              <a:buAutoNum type="arabicParenR"/>
            </a:pPr>
            <a:r>
              <a:rPr lang="en-IN" sz="1700" b="1">
                <a:latin typeface="Calibri"/>
                <a:ea typeface="Calibri"/>
                <a:cs typeface="Calibri"/>
              </a:rPr>
              <a:t>Marwa </a:t>
            </a:r>
            <a:r>
              <a:rPr lang="en-IN" sz="1700" b="1" err="1">
                <a:latin typeface="Calibri"/>
                <a:ea typeface="Calibri"/>
                <a:cs typeface="Calibri"/>
              </a:rPr>
              <a:t>Dabaieh</a:t>
            </a:r>
            <a:r>
              <a:rPr lang="en-IN" sz="1700" b="1">
                <a:latin typeface="Calibri"/>
                <a:ea typeface="Calibri"/>
                <a:cs typeface="Calibri"/>
              </a:rPr>
              <a:t> </a:t>
            </a:r>
            <a:r>
              <a:rPr lang="en-IN" sz="1700" b="1" err="1">
                <a:latin typeface="Calibri"/>
                <a:ea typeface="Calibri"/>
                <a:cs typeface="Calibri"/>
              </a:rPr>
              <a:t>a,b</a:t>
            </a:r>
            <a:r>
              <a:rPr lang="en-IN" sz="1700" b="1">
                <a:latin typeface="Calibri"/>
                <a:ea typeface="Calibri"/>
                <a:cs typeface="Calibri"/>
              </a:rPr>
              <a:t>,*, Jukka Heinonen c, Deena El-Mahdy d, Dalya M. Hassan d</a:t>
            </a:r>
            <a:r>
              <a:rPr lang="en-US" sz="1700" b="1">
                <a:latin typeface="Calibri"/>
                <a:ea typeface="Calibri"/>
                <a:cs typeface="Calibri"/>
              </a:rPr>
              <a:t>A comparative study of life cycle carbon emissions and embodied energy between sun-dried bricks and fired clay bricks</a:t>
            </a:r>
            <a:r>
              <a:rPr lang="en-IN" sz="1700" b="1">
                <a:latin typeface="Calibri"/>
                <a:ea typeface="Calibri"/>
                <a:cs typeface="Calibri"/>
              </a:rPr>
              <a:t> </a:t>
            </a:r>
          </a:p>
          <a:p>
            <a:pPr marL="0" indent="0">
              <a:buNone/>
            </a:pPr>
            <a:endParaRPr lang="en-US" sz="1600" b="1">
              <a:latin typeface="Calibri"/>
              <a:ea typeface="Calibri"/>
              <a:cs typeface="Calibri"/>
            </a:endParaRPr>
          </a:p>
          <a:p>
            <a:pPr marL="0" indent="0">
              <a:buNone/>
            </a:pPr>
            <a:r>
              <a:rPr lang="en-US" sz="1800" b="1"/>
              <a:t>  </a:t>
            </a:r>
          </a:p>
          <a:p>
            <a:pPr marL="0" indent="0">
              <a:buNone/>
            </a:pPr>
            <a:endParaRPr lang="en-IN" sz="1800" b="1"/>
          </a:p>
        </p:txBody>
      </p:sp>
    </p:spTree>
    <p:extLst>
      <p:ext uri="{BB962C8B-B14F-4D97-AF65-F5344CB8AC3E}">
        <p14:creationId xmlns:p14="http://schemas.microsoft.com/office/powerpoint/2010/main" val="41229517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3" name="Title 2">
            <a:extLst>
              <a:ext uri="{FF2B5EF4-FFF2-40B4-BE49-F238E27FC236}">
                <a16:creationId xmlns:a16="http://schemas.microsoft.com/office/drawing/2014/main" id="{02A92F58-AF5A-5BB7-C15D-A0A448C7AED8}"/>
              </a:ext>
            </a:extLst>
          </p:cNvPr>
          <p:cNvSpPr>
            <a:spLocks noGrp="1"/>
          </p:cNvSpPr>
          <p:nvPr>
            <p:ph type="title"/>
          </p:nvPr>
        </p:nvSpPr>
        <p:spPr/>
        <p:txBody>
          <a:bodyPr/>
          <a:lstStyle/>
          <a:p>
            <a:endParaRPr lang="en-US"/>
          </a:p>
        </p:txBody>
      </p:sp>
      <p:sp>
        <p:nvSpPr>
          <p:cNvPr id="136" name="Google Shape;136;p13"/>
          <p:cNvSpPr txBox="1">
            <a:spLocks noGrp="1"/>
          </p:cNvSpPr>
          <p:nvPr>
            <p:ph idx="1"/>
          </p:nvPr>
        </p:nvSpPr>
        <p:spPr>
          <a:xfrm>
            <a:off x="677334" y="2685751"/>
            <a:ext cx="8596668" cy="335561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888888"/>
              </a:buClr>
              <a:buSzPts val="2400"/>
              <a:buNone/>
            </a:pPr>
            <a:endParaRPr/>
          </a:p>
          <a:p>
            <a:pPr marL="0" indent="0" algn="ctr">
              <a:lnSpc>
                <a:spcPct val="90000"/>
              </a:lnSpc>
              <a:buClr>
                <a:srgbClr val="FF0000"/>
              </a:buClr>
              <a:buSzPts val="4000"/>
              <a:buNone/>
            </a:pPr>
            <a:r>
              <a:rPr lang="en-US" sz="4400" b="1">
                <a:solidFill>
                  <a:schemeClr val="accent2">
                    <a:lumMod val="76000"/>
                  </a:schemeClr>
                </a:solidFill>
                <a:latin typeface="Times New Roman"/>
                <a:ea typeface="Times New Roman"/>
                <a:cs typeface="Times New Roman"/>
              </a:rPr>
              <a:t>      THANK  YOU</a:t>
            </a:r>
          </a:p>
        </p:txBody>
      </p:sp>
      <p:pic>
        <p:nvPicPr>
          <p:cNvPr id="2" name="Picture 1">
            <a:extLst>
              <a:ext uri="{FF2B5EF4-FFF2-40B4-BE49-F238E27FC236}">
                <a16:creationId xmlns:a16="http://schemas.microsoft.com/office/drawing/2014/main" id="{BC28C798-9619-3383-83A3-D51E9B3B4E59}"/>
              </a:ext>
            </a:extLst>
          </p:cNvPr>
          <p:cNvPicPr>
            <a:picLocks noChangeAspect="1"/>
          </p:cNvPicPr>
          <p:nvPr/>
        </p:nvPicPr>
        <p:blipFill>
          <a:blip r:embed="rId3"/>
          <a:stretch>
            <a:fillRect/>
          </a:stretch>
        </p:blipFill>
        <p:spPr>
          <a:xfrm>
            <a:off x="0" y="0"/>
            <a:ext cx="6059274" cy="1430622"/>
          </a:xfrm>
          <a:prstGeom prst="rect">
            <a:avLst/>
          </a:prstGeom>
        </p:spPr>
      </p:pic>
      <p:pic>
        <p:nvPicPr>
          <p:cNvPr id="4" name="Picture 3">
            <a:extLst>
              <a:ext uri="{FF2B5EF4-FFF2-40B4-BE49-F238E27FC236}">
                <a16:creationId xmlns:a16="http://schemas.microsoft.com/office/drawing/2014/main" id="{E4BAC874-0860-45D5-436D-D7BAD128B686}"/>
              </a:ext>
            </a:extLst>
          </p:cNvPr>
          <p:cNvPicPr>
            <a:picLocks noChangeAspect="1"/>
          </p:cNvPicPr>
          <p:nvPr/>
        </p:nvPicPr>
        <p:blipFill>
          <a:blip r:embed="rId4"/>
          <a:stretch>
            <a:fillRect/>
          </a:stretch>
        </p:blipFill>
        <p:spPr>
          <a:xfrm>
            <a:off x="9524144" y="51712"/>
            <a:ext cx="2667856" cy="13789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Facet</vt:lpstr>
      <vt:lpstr>    Carbon Footprint Reduction in Construction using Geopolymer Cement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Carbon Footprint Reduction in Construction using Geopolymer Cement </dc:title>
  <dc:creator>Dhanesh Mr.</dc:creator>
  <cp:revision>1</cp:revision>
  <dcterms:created xsi:type="dcterms:W3CDTF">2024-02-19T03:21:00Z</dcterms:created>
  <dcterms:modified xsi:type="dcterms:W3CDTF">2025-08-11T03:01:24Z</dcterms:modified>
</cp:coreProperties>
</file>